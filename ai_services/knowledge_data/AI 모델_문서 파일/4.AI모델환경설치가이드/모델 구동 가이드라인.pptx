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9" r:id="rId4"/>
    <p:sldId id="271" r:id="rId5"/>
    <p:sldId id="260" r:id="rId6"/>
    <p:sldId id="261" r:id="rId7"/>
    <p:sldId id="264" r:id="rId8"/>
    <p:sldId id="270" r:id="rId9"/>
    <p:sldId id="262" r:id="rId10"/>
    <p:sldId id="265" r:id="rId11"/>
    <p:sldId id="266" r:id="rId12"/>
    <p:sldId id="263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우진 김" userId="9d5916cb77183fd7" providerId="LiveId" clId="{03E05075-C46F-48BA-9222-48C2AEF11C55}"/>
    <pc:docChg chg="undo custSel addSld delSld modSld">
      <pc:chgData name="우진 김" userId="9d5916cb77183fd7" providerId="LiveId" clId="{03E05075-C46F-48BA-9222-48C2AEF11C55}" dt="2025-01-08T08:57:39.265" v="3436" actId="1076"/>
      <pc:docMkLst>
        <pc:docMk/>
      </pc:docMkLst>
      <pc:sldChg chg="modSp mod">
        <pc:chgData name="우진 김" userId="9d5916cb77183fd7" providerId="LiveId" clId="{03E05075-C46F-48BA-9222-48C2AEF11C55}" dt="2025-01-06T07:30:36.323" v="366" actId="2711"/>
        <pc:sldMkLst>
          <pc:docMk/>
          <pc:sldMk cId="418102545" sldId="256"/>
        </pc:sldMkLst>
        <pc:spChg chg="mod">
          <ac:chgData name="우진 김" userId="9d5916cb77183fd7" providerId="LiveId" clId="{03E05075-C46F-48BA-9222-48C2AEF11C55}" dt="2025-01-06T07:30:36.323" v="366" actId="2711"/>
          <ac:spMkLst>
            <pc:docMk/>
            <pc:sldMk cId="418102545" sldId="256"/>
            <ac:spMk id="4" creationId="{DDD97F0E-58FD-EC9E-8351-CA088841207A}"/>
          </ac:spMkLst>
        </pc:spChg>
      </pc:sldChg>
      <pc:sldChg chg="del">
        <pc:chgData name="우진 김" userId="9d5916cb77183fd7" providerId="LiveId" clId="{03E05075-C46F-48BA-9222-48C2AEF11C55}" dt="2025-01-06T07:13:10.018" v="1" actId="2696"/>
        <pc:sldMkLst>
          <pc:docMk/>
          <pc:sldMk cId="977817080" sldId="257"/>
        </pc:sldMkLst>
      </pc:sldChg>
      <pc:sldChg chg="addSp delSp modSp add mod">
        <pc:chgData name="우진 김" userId="9d5916cb77183fd7" providerId="LiveId" clId="{03E05075-C46F-48BA-9222-48C2AEF11C55}" dt="2025-01-08T04:37:24.637" v="998" actId="1076"/>
        <pc:sldMkLst>
          <pc:docMk/>
          <pc:sldMk cId="4210788016" sldId="258"/>
        </pc:sldMkLst>
        <pc:spChg chg="add mod">
          <ac:chgData name="우진 김" userId="9d5916cb77183fd7" providerId="LiveId" clId="{03E05075-C46F-48BA-9222-48C2AEF11C55}" dt="2025-01-08T04:37:24.637" v="998" actId="1076"/>
          <ac:spMkLst>
            <pc:docMk/>
            <pc:sldMk cId="4210788016" sldId="258"/>
            <ac:spMk id="2" creationId="{EBE7FA53-C23C-EF73-6AEE-038A7BD8B67A}"/>
          </ac:spMkLst>
        </pc:spChg>
        <pc:spChg chg="mod">
          <ac:chgData name="우진 김" userId="9d5916cb77183fd7" providerId="LiveId" clId="{03E05075-C46F-48BA-9222-48C2AEF11C55}" dt="2025-01-06T07:30:17.859" v="363" actId="2711"/>
          <ac:spMkLst>
            <pc:docMk/>
            <pc:sldMk cId="4210788016" sldId="258"/>
            <ac:spMk id="9" creationId="{1CC053C7-7779-BB36-6E17-24711770648F}"/>
          </ac:spMkLst>
        </pc:spChg>
        <pc:spChg chg="add mod">
          <ac:chgData name="우진 김" userId="9d5916cb77183fd7" providerId="LiveId" clId="{03E05075-C46F-48BA-9222-48C2AEF11C55}" dt="2025-01-06T07:31:22.991" v="375" actId="113"/>
          <ac:spMkLst>
            <pc:docMk/>
            <pc:sldMk cId="4210788016" sldId="258"/>
            <ac:spMk id="16" creationId="{1FE6079A-2775-3093-E6B9-0EC7524428F4}"/>
          </ac:spMkLst>
        </pc:spChg>
        <pc:spChg chg="add mod">
          <ac:chgData name="우진 김" userId="9d5916cb77183fd7" providerId="LiveId" clId="{03E05075-C46F-48BA-9222-48C2AEF11C55}" dt="2025-01-06T07:31:21.556" v="374" actId="113"/>
          <ac:spMkLst>
            <pc:docMk/>
            <pc:sldMk cId="4210788016" sldId="258"/>
            <ac:spMk id="20" creationId="{4BEC64FD-AA07-70C1-A24A-C828C7E477D6}"/>
          </ac:spMkLst>
        </pc:spChg>
        <pc:spChg chg="add mod ord">
          <ac:chgData name="우진 김" userId="9d5916cb77183fd7" providerId="LiveId" clId="{03E05075-C46F-48BA-9222-48C2AEF11C55}" dt="2025-01-06T07:30:44.726" v="367" actId="2711"/>
          <ac:spMkLst>
            <pc:docMk/>
            <pc:sldMk cId="4210788016" sldId="258"/>
            <ac:spMk id="21" creationId="{2E92C284-8E74-9A30-3DD9-455B467F0637}"/>
          </ac:spMkLst>
        </pc:spChg>
        <pc:spChg chg="add mod">
          <ac:chgData name="우진 김" userId="9d5916cb77183fd7" providerId="LiveId" clId="{03E05075-C46F-48BA-9222-48C2AEF11C55}" dt="2025-01-06T07:30:44.726" v="367" actId="2711"/>
          <ac:spMkLst>
            <pc:docMk/>
            <pc:sldMk cId="4210788016" sldId="258"/>
            <ac:spMk id="22" creationId="{7F24C1FE-8417-944E-8BE3-CB35A718F1F3}"/>
          </ac:spMkLst>
        </pc:spChg>
        <pc:spChg chg="add mod">
          <ac:chgData name="우진 김" userId="9d5916cb77183fd7" providerId="LiveId" clId="{03E05075-C46F-48BA-9222-48C2AEF11C55}" dt="2025-01-06T07:31:24.622" v="376" actId="113"/>
          <ac:spMkLst>
            <pc:docMk/>
            <pc:sldMk cId="4210788016" sldId="258"/>
            <ac:spMk id="23" creationId="{EB476230-4C05-1B43-8AA6-AE8A67CE0811}"/>
          </ac:spMkLst>
        </pc:spChg>
        <pc:spChg chg="add mod">
          <ac:chgData name="우진 김" userId="9d5916cb77183fd7" providerId="LiveId" clId="{03E05075-C46F-48BA-9222-48C2AEF11C55}" dt="2025-01-06T07:31:27.624" v="378" actId="113"/>
          <ac:spMkLst>
            <pc:docMk/>
            <pc:sldMk cId="4210788016" sldId="258"/>
            <ac:spMk id="24" creationId="{6A86B1E1-F5A3-DC0E-D18B-2EE05C50946C}"/>
          </ac:spMkLst>
        </pc:spChg>
        <pc:spChg chg="add mod">
          <ac:chgData name="우진 김" userId="9d5916cb77183fd7" providerId="LiveId" clId="{03E05075-C46F-48BA-9222-48C2AEF11C55}" dt="2025-01-06T07:30:44.726" v="367" actId="2711"/>
          <ac:spMkLst>
            <pc:docMk/>
            <pc:sldMk cId="4210788016" sldId="258"/>
            <ac:spMk id="25" creationId="{C51C8C48-0DAC-04BC-9F88-863DD1CECBFF}"/>
          </ac:spMkLst>
        </pc:spChg>
        <pc:spChg chg="add mod">
          <ac:chgData name="우진 김" userId="9d5916cb77183fd7" providerId="LiveId" clId="{03E05075-C46F-48BA-9222-48C2AEF11C55}" dt="2025-01-06T07:31:26.030" v="377" actId="113"/>
          <ac:spMkLst>
            <pc:docMk/>
            <pc:sldMk cId="4210788016" sldId="258"/>
            <ac:spMk id="26" creationId="{503ED9BC-C180-AB08-DFD7-9A18ADD0EAFB}"/>
          </ac:spMkLst>
        </pc:spChg>
        <pc:spChg chg="add mod">
          <ac:chgData name="우진 김" userId="9d5916cb77183fd7" providerId="LiveId" clId="{03E05075-C46F-48BA-9222-48C2AEF11C55}" dt="2025-01-06T08:01:29.498" v="455" actId="20577"/>
          <ac:spMkLst>
            <pc:docMk/>
            <pc:sldMk cId="4210788016" sldId="258"/>
            <ac:spMk id="27" creationId="{29D84478-BFA4-2963-AC00-C555A371B579}"/>
          </ac:spMkLst>
        </pc:spChg>
      </pc:sldChg>
      <pc:sldChg chg="addSp delSp modSp add mod">
        <pc:chgData name="우진 김" userId="9d5916cb77183fd7" providerId="LiveId" clId="{03E05075-C46F-48BA-9222-48C2AEF11C55}" dt="2025-01-08T08:52:45.084" v="3430" actId="1076"/>
        <pc:sldMkLst>
          <pc:docMk/>
          <pc:sldMk cId="508046117" sldId="259"/>
        </pc:sldMkLst>
        <pc:spChg chg="mod">
          <ac:chgData name="우진 김" userId="9d5916cb77183fd7" providerId="LiveId" clId="{03E05075-C46F-48BA-9222-48C2AEF11C55}" dt="2025-01-08T08:37:34.826" v="3088" actId="20577"/>
          <ac:spMkLst>
            <pc:docMk/>
            <pc:sldMk cId="508046117" sldId="259"/>
            <ac:spMk id="4" creationId="{6287B458-F6BF-8A08-2380-A47AB05C0C31}"/>
          </ac:spMkLst>
        </pc:spChg>
        <pc:spChg chg="mod">
          <ac:chgData name="우진 김" userId="9d5916cb77183fd7" providerId="LiveId" clId="{03E05075-C46F-48BA-9222-48C2AEF11C55}" dt="2025-01-06T07:31:09.327" v="371" actId="403"/>
          <ac:spMkLst>
            <pc:docMk/>
            <pc:sldMk cId="508046117" sldId="259"/>
            <ac:spMk id="5" creationId="{5DBBC7D1-7AFF-3CC7-6BE8-FCEC1B22031F}"/>
          </ac:spMkLst>
        </pc:spChg>
        <pc:spChg chg="add mod">
          <ac:chgData name="우진 김" userId="9d5916cb77183fd7" providerId="LiveId" clId="{03E05075-C46F-48BA-9222-48C2AEF11C55}" dt="2025-01-08T08:37:42.130" v="3089" actId="1076"/>
          <ac:spMkLst>
            <pc:docMk/>
            <pc:sldMk cId="508046117" sldId="259"/>
            <ac:spMk id="7" creationId="{0E7AA7C9-0767-5434-2730-15E0C09638DF}"/>
          </ac:spMkLst>
        </pc:spChg>
        <pc:spChg chg="add mod">
          <ac:chgData name="우진 김" userId="9d5916cb77183fd7" providerId="LiveId" clId="{03E05075-C46F-48BA-9222-48C2AEF11C55}" dt="2025-01-08T08:38:06.391" v="3107" actId="1076"/>
          <ac:spMkLst>
            <pc:docMk/>
            <pc:sldMk cId="508046117" sldId="259"/>
            <ac:spMk id="8" creationId="{1496F730-A462-AB3B-67FE-FF0BC348ED00}"/>
          </ac:spMkLst>
        </pc:spChg>
        <pc:spChg chg="mod">
          <ac:chgData name="우진 김" userId="9d5916cb77183fd7" providerId="LiveId" clId="{03E05075-C46F-48BA-9222-48C2AEF11C55}" dt="2025-01-06T07:30:56.168" v="368" actId="2711"/>
          <ac:spMkLst>
            <pc:docMk/>
            <pc:sldMk cId="508046117" sldId="259"/>
            <ac:spMk id="9" creationId="{4C6B76B8-0483-2506-5B0B-073E17FFE4C4}"/>
          </ac:spMkLst>
        </pc:spChg>
        <pc:spChg chg="mod">
          <ac:chgData name="우진 김" userId="9d5916cb77183fd7" providerId="LiveId" clId="{03E05075-C46F-48BA-9222-48C2AEF11C55}" dt="2025-01-06T07:31:38.387" v="380" actId="113"/>
          <ac:spMkLst>
            <pc:docMk/>
            <pc:sldMk cId="508046117" sldId="259"/>
            <ac:spMk id="16" creationId="{3C3FA007-544F-C1C9-41EA-F3D66BE67813}"/>
          </ac:spMkLst>
        </pc:spChg>
        <pc:spChg chg="mod">
          <ac:chgData name="우진 김" userId="9d5916cb77183fd7" providerId="LiveId" clId="{03E05075-C46F-48BA-9222-48C2AEF11C55}" dt="2025-01-06T07:30:56.168" v="368" actId="2711"/>
          <ac:spMkLst>
            <pc:docMk/>
            <pc:sldMk cId="508046117" sldId="259"/>
            <ac:spMk id="20" creationId="{2A84422B-6DE2-78D3-2B00-F97EFEE26C43}"/>
          </ac:spMkLst>
        </pc:spChg>
        <pc:spChg chg="add mod">
          <ac:chgData name="우진 김" userId="9d5916cb77183fd7" providerId="LiveId" clId="{03E05075-C46F-48BA-9222-48C2AEF11C55}" dt="2025-01-08T08:52:24.606" v="3421" actId="20577"/>
          <ac:spMkLst>
            <pc:docMk/>
            <pc:sldMk cId="508046117" sldId="259"/>
            <ac:spMk id="23" creationId="{EDC3A3AF-0C69-EB08-F971-A225EA5AC827}"/>
          </ac:spMkLst>
        </pc:spChg>
        <pc:spChg chg="add mod">
          <ac:chgData name="우진 김" userId="9d5916cb77183fd7" providerId="LiveId" clId="{03E05075-C46F-48BA-9222-48C2AEF11C55}" dt="2025-01-08T08:52:45.084" v="3430" actId="1076"/>
          <ac:spMkLst>
            <pc:docMk/>
            <pc:sldMk cId="508046117" sldId="259"/>
            <ac:spMk id="24" creationId="{95CD834A-81F5-3CD0-A63C-DFBD9AAB9F6C}"/>
          </ac:spMkLst>
        </pc:spChg>
        <pc:grpChg chg="add mod">
          <ac:chgData name="우진 김" userId="9d5916cb77183fd7" providerId="LiveId" clId="{03E05075-C46F-48BA-9222-48C2AEF11C55}" dt="2025-01-06T07:22:44.744" v="334" actId="1076"/>
          <ac:grpSpMkLst>
            <pc:docMk/>
            <pc:sldMk cId="508046117" sldId="259"/>
            <ac:grpSpMk id="3" creationId="{00350AC5-C68D-0A9E-27FC-0CD2C299E76E}"/>
          </ac:grpSpMkLst>
        </pc:grpChg>
        <pc:picChg chg="add mod">
          <ac:chgData name="우진 김" userId="9d5916cb77183fd7" providerId="LiveId" clId="{03E05075-C46F-48BA-9222-48C2AEF11C55}" dt="2025-01-08T08:43:33.711" v="3164" actId="1076"/>
          <ac:picMkLst>
            <pc:docMk/>
            <pc:sldMk cId="508046117" sldId="259"/>
            <ac:picMk id="6" creationId="{BF7B4F9C-5D90-C6C7-BABD-4D2565241DB6}"/>
          </ac:picMkLst>
        </pc:picChg>
      </pc:sldChg>
      <pc:sldChg chg="addSp delSp modSp add mod">
        <pc:chgData name="우진 김" userId="9d5916cb77183fd7" providerId="LiveId" clId="{03E05075-C46F-48BA-9222-48C2AEF11C55}" dt="2025-01-08T08:47:37.728" v="3289" actId="1076"/>
        <pc:sldMkLst>
          <pc:docMk/>
          <pc:sldMk cId="3700661341" sldId="260"/>
        </pc:sldMkLst>
        <pc:spChg chg="mod">
          <ac:chgData name="우진 김" userId="9d5916cb77183fd7" providerId="LiveId" clId="{03E05075-C46F-48BA-9222-48C2AEF11C55}" dt="2025-01-06T07:31:06.308" v="370" actId="403"/>
          <ac:spMkLst>
            <pc:docMk/>
            <pc:sldMk cId="3700661341" sldId="260"/>
            <ac:spMk id="4" creationId="{714C7543-68D2-117A-833B-36A82B213BE6}"/>
          </ac:spMkLst>
        </pc:spChg>
        <pc:spChg chg="mod">
          <ac:chgData name="우진 김" userId="9d5916cb77183fd7" providerId="LiveId" clId="{03E05075-C46F-48BA-9222-48C2AEF11C55}" dt="2025-01-06T07:31:06.308" v="370" actId="403"/>
          <ac:spMkLst>
            <pc:docMk/>
            <pc:sldMk cId="3700661341" sldId="260"/>
            <ac:spMk id="5" creationId="{0720769D-46A5-2BAD-A5C2-6B629F67D58C}"/>
          </ac:spMkLst>
        </pc:spChg>
        <pc:spChg chg="add mod">
          <ac:chgData name="우진 김" userId="9d5916cb77183fd7" providerId="LiveId" clId="{03E05075-C46F-48BA-9222-48C2AEF11C55}" dt="2025-01-08T08:45:36.312" v="3257" actId="1076"/>
          <ac:spMkLst>
            <pc:docMk/>
            <pc:sldMk cId="3700661341" sldId="260"/>
            <ac:spMk id="6" creationId="{31722D62-D5D5-2B7C-151A-47B4653D4092}"/>
          </ac:spMkLst>
        </pc:spChg>
        <pc:spChg chg="mod">
          <ac:chgData name="우진 김" userId="9d5916cb77183fd7" providerId="LiveId" clId="{03E05075-C46F-48BA-9222-48C2AEF11C55}" dt="2025-01-06T07:31:03.560" v="369" actId="2711"/>
          <ac:spMkLst>
            <pc:docMk/>
            <pc:sldMk cId="3700661341" sldId="260"/>
            <ac:spMk id="9" creationId="{5A67BD0E-C4A2-59B8-419A-45E701E2D17E}"/>
          </ac:spMkLst>
        </pc:spChg>
        <pc:spChg chg="add mod">
          <ac:chgData name="우진 김" userId="9d5916cb77183fd7" providerId="LiveId" clId="{03E05075-C46F-48BA-9222-48C2AEF11C55}" dt="2025-01-08T08:46:06.171" v="3278" actId="1076"/>
          <ac:spMkLst>
            <pc:docMk/>
            <pc:sldMk cId="3700661341" sldId="260"/>
            <ac:spMk id="10" creationId="{8C61989A-7765-BA41-0C6F-FFA613C7034C}"/>
          </ac:spMkLst>
        </pc:spChg>
        <pc:spChg chg="mod">
          <ac:chgData name="우진 김" userId="9d5916cb77183fd7" providerId="LiveId" clId="{03E05075-C46F-48BA-9222-48C2AEF11C55}" dt="2025-01-06T07:32:02.814" v="387" actId="113"/>
          <ac:spMkLst>
            <pc:docMk/>
            <pc:sldMk cId="3700661341" sldId="260"/>
            <ac:spMk id="16" creationId="{9F8E1B0F-D1EE-FB1A-05E5-C1087FB25C0E}"/>
          </ac:spMkLst>
        </pc:spChg>
        <pc:spChg chg="mod">
          <ac:chgData name="우진 김" userId="9d5916cb77183fd7" providerId="LiveId" clId="{03E05075-C46F-48BA-9222-48C2AEF11C55}" dt="2025-01-06T07:31:03.560" v="369" actId="2711"/>
          <ac:spMkLst>
            <pc:docMk/>
            <pc:sldMk cId="3700661341" sldId="260"/>
            <ac:spMk id="20" creationId="{6CAF8696-4251-0867-19B5-3FFE7D974F39}"/>
          </ac:spMkLst>
        </pc:spChg>
        <pc:picChg chg="add mod">
          <ac:chgData name="우진 김" userId="9d5916cb77183fd7" providerId="LiveId" clId="{03E05075-C46F-48BA-9222-48C2AEF11C55}" dt="2025-01-08T08:47:37.728" v="3289" actId="1076"/>
          <ac:picMkLst>
            <pc:docMk/>
            <pc:sldMk cId="3700661341" sldId="260"/>
            <ac:picMk id="13" creationId="{910A8E07-C94D-655D-84D7-4D0CD73B92D7}"/>
          </ac:picMkLst>
        </pc:picChg>
      </pc:sldChg>
      <pc:sldChg chg="addSp delSp modSp add mod">
        <pc:chgData name="우진 김" userId="9d5916cb77183fd7" providerId="LiveId" clId="{03E05075-C46F-48BA-9222-48C2AEF11C55}" dt="2025-01-08T08:29:27.884" v="2777" actId="1076"/>
        <pc:sldMkLst>
          <pc:docMk/>
          <pc:sldMk cId="2636083224" sldId="261"/>
        </pc:sldMkLst>
        <pc:spChg chg="add mod">
          <ac:chgData name="우진 김" userId="9d5916cb77183fd7" providerId="LiveId" clId="{03E05075-C46F-48BA-9222-48C2AEF11C55}" dt="2025-01-08T07:09:48.785" v="2025"/>
          <ac:spMkLst>
            <pc:docMk/>
            <pc:sldMk cId="2636083224" sldId="261"/>
            <ac:spMk id="2" creationId="{C758A54F-B5C8-7E3C-5A44-DCD59D1FF813}"/>
          </ac:spMkLst>
        </pc:spChg>
        <pc:spChg chg="mod">
          <ac:chgData name="우진 김" userId="9d5916cb77183fd7" providerId="LiveId" clId="{03E05075-C46F-48BA-9222-48C2AEF11C55}" dt="2025-01-06T09:12:28.378" v="570" actId="20577"/>
          <ac:spMkLst>
            <pc:docMk/>
            <pc:sldMk cId="2636083224" sldId="261"/>
            <ac:spMk id="4" creationId="{B20EE601-A7EB-AB9A-C682-86F6ACFCEEE6}"/>
          </ac:spMkLst>
        </pc:spChg>
        <pc:spChg chg="add mod">
          <ac:chgData name="우진 김" userId="9d5916cb77183fd7" providerId="LiveId" clId="{03E05075-C46F-48BA-9222-48C2AEF11C55}" dt="2025-01-06T09:23:11.948" v="917" actId="1076"/>
          <ac:spMkLst>
            <pc:docMk/>
            <pc:sldMk cId="2636083224" sldId="261"/>
            <ac:spMk id="6" creationId="{B7D0EDAA-8E4F-46D5-FBDB-0B533C8D180B}"/>
          </ac:spMkLst>
        </pc:spChg>
        <pc:spChg chg="add mod">
          <ac:chgData name="우진 김" userId="9d5916cb77183fd7" providerId="LiveId" clId="{03E05075-C46F-48BA-9222-48C2AEF11C55}" dt="2025-01-08T04:38:40.564" v="1082" actId="14100"/>
          <ac:spMkLst>
            <pc:docMk/>
            <pc:sldMk cId="2636083224" sldId="261"/>
            <ac:spMk id="7" creationId="{86D2DC1B-A3AE-A2C5-2B84-4A7983CAA43D}"/>
          </ac:spMkLst>
        </pc:spChg>
        <pc:spChg chg="add mod">
          <ac:chgData name="우진 김" userId="9d5916cb77183fd7" providerId="LiveId" clId="{03E05075-C46F-48BA-9222-48C2AEF11C55}" dt="2025-01-08T08:29:23.159" v="2775" actId="1076"/>
          <ac:spMkLst>
            <pc:docMk/>
            <pc:sldMk cId="2636083224" sldId="261"/>
            <ac:spMk id="8" creationId="{3784139F-B87F-F8CB-6B21-00350C8C69C2}"/>
          </ac:spMkLst>
        </pc:spChg>
        <pc:spChg chg="mod">
          <ac:chgData name="우진 김" userId="9d5916cb77183fd7" providerId="LiveId" clId="{03E05075-C46F-48BA-9222-48C2AEF11C55}" dt="2025-01-08T08:29:09.601" v="2769" actId="1076"/>
          <ac:spMkLst>
            <pc:docMk/>
            <pc:sldMk cId="2636083224" sldId="261"/>
            <ac:spMk id="14" creationId="{430A928E-F781-6089-3076-0395AC08123A}"/>
          </ac:spMkLst>
        </pc:spChg>
        <pc:spChg chg="mod">
          <ac:chgData name="우진 김" userId="9d5916cb77183fd7" providerId="LiveId" clId="{03E05075-C46F-48BA-9222-48C2AEF11C55}" dt="2025-01-06T07:32:09.899" v="390" actId="20577"/>
          <ac:spMkLst>
            <pc:docMk/>
            <pc:sldMk cId="2636083224" sldId="261"/>
            <ac:spMk id="16" creationId="{882D6B79-4B1F-CC8A-9CAF-0CA05BB8C9A9}"/>
          </ac:spMkLst>
        </pc:spChg>
        <pc:spChg chg="mod">
          <ac:chgData name="우진 김" userId="9d5916cb77183fd7" providerId="LiveId" clId="{03E05075-C46F-48BA-9222-48C2AEF11C55}" dt="2025-01-06T07:32:16.880" v="420" actId="20577"/>
          <ac:spMkLst>
            <pc:docMk/>
            <pc:sldMk cId="2636083224" sldId="261"/>
            <ac:spMk id="20" creationId="{3E47C7F0-581B-A26A-48AC-2E30106784F2}"/>
          </ac:spMkLst>
        </pc:spChg>
        <pc:grpChg chg="mod">
          <ac:chgData name="우진 김" userId="9d5916cb77183fd7" providerId="LiveId" clId="{03E05075-C46F-48BA-9222-48C2AEF11C55}" dt="2025-01-06T09:23:30.648" v="938" actId="1076"/>
          <ac:grpSpMkLst>
            <pc:docMk/>
            <pc:sldMk cId="2636083224" sldId="261"/>
            <ac:grpSpMk id="3" creationId="{3B4153AD-C25E-FF36-9B60-F21236474712}"/>
          </ac:grpSpMkLst>
        </pc:grpChg>
        <pc:picChg chg="add mod">
          <ac:chgData name="우진 김" userId="9d5916cb77183fd7" providerId="LiveId" clId="{03E05075-C46F-48BA-9222-48C2AEF11C55}" dt="2025-01-08T08:29:24.921" v="2776" actId="1076"/>
          <ac:picMkLst>
            <pc:docMk/>
            <pc:sldMk cId="2636083224" sldId="261"/>
            <ac:picMk id="11" creationId="{40C5EF8C-1662-4406-187B-605D842A51D3}"/>
          </ac:picMkLst>
        </pc:picChg>
        <pc:picChg chg="add mod">
          <ac:chgData name="우진 김" userId="9d5916cb77183fd7" providerId="LiveId" clId="{03E05075-C46F-48BA-9222-48C2AEF11C55}" dt="2025-01-08T08:29:27.884" v="2777" actId="1076"/>
          <ac:picMkLst>
            <pc:docMk/>
            <pc:sldMk cId="2636083224" sldId="261"/>
            <ac:picMk id="13" creationId="{CE973C81-9469-2499-BBC5-C0C0CAEF7D0B}"/>
          </ac:picMkLst>
        </pc:picChg>
        <pc:cxnChg chg="mod">
          <ac:chgData name="우진 김" userId="9d5916cb77183fd7" providerId="LiveId" clId="{03E05075-C46F-48BA-9222-48C2AEF11C55}" dt="2025-01-08T08:29:19.494" v="2774" actId="1076"/>
          <ac:cxnSpMkLst>
            <pc:docMk/>
            <pc:sldMk cId="2636083224" sldId="261"/>
            <ac:cxnSpMk id="15" creationId="{3A3B163F-0E84-579D-95EC-BBA8537A97E3}"/>
          </ac:cxnSpMkLst>
        </pc:cxnChg>
      </pc:sldChg>
      <pc:sldChg chg="addSp modSp add mod">
        <pc:chgData name="우진 김" userId="9d5916cb77183fd7" providerId="LiveId" clId="{03E05075-C46F-48BA-9222-48C2AEF11C55}" dt="2025-01-08T05:43:44.243" v="1927" actId="1076"/>
        <pc:sldMkLst>
          <pc:docMk/>
          <pc:sldMk cId="2342893777" sldId="262"/>
        </pc:sldMkLst>
        <pc:spChg chg="mod">
          <ac:chgData name="우진 김" userId="9d5916cb77183fd7" providerId="LiveId" clId="{03E05075-C46F-48BA-9222-48C2AEF11C55}" dt="2025-01-06T08:02:39.962" v="500" actId="20577"/>
          <ac:spMkLst>
            <pc:docMk/>
            <pc:sldMk cId="2342893777" sldId="262"/>
            <ac:spMk id="4" creationId="{B960E440-459A-76C0-919C-670CE51FD33C}"/>
          </ac:spMkLst>
        </pc:spChg>
        <pc:spChg chg="add mod">
          <ac:chgData name="우진 김" userId="9d5916cb77183fd7" providerId="LiveId" clId="{03E05075-C46F-48BA-9222-48C2AEF11C55}" dt="2025-01-08T05:43:41.493" v="1926" actId="14100"/>
          <ac:spMkLst>
            <pc:docMk/>
            <pc:sldMk cId="2342893777" sldId="262"/>
            <ac:spMk id="7" creationId="{24FD4BFD-5DC3-5AF1-F046-CCF23BC5921D}"/>
          </ac:spMkLst>
        </pc:spChg>
        <pc:spChg chg="mod">
          <ac:chgData name="우진 김" userId="9d5916cb77183fd7" providerId="LiveId" clId="{03E05075-C46F-48BA-9222-48C2AEF11C55}" dt="2025-01-06T07:32:21.973" v="423" actId="20577"/>
          <ac:spMkLst>
            <pc:docMk/>
            <pc:sldMk cId="2342893777" sldId="262"/>
            <ac:spMk id="16" creationId="{D4DA9231-7969-A738-8CF5-D560B508DA8B}"/>
          </ac:spMkLst>
        </pc:spChg>
        <pc:spChg chg="mod">
          <ac:chgData name="우진 김" userId="9d5916cb77183fd7" providerId="LiveId" clId="{03E05075-C46F-48BA-9222-48C2AEF11C55}" dt="2025-01-06T07:32:33.036" v="449" actId="20577"/>
          <ac:spMkLst>
            <pc:docMk/>
            <pc:sldMk cId="2342893777" sldId="262"/>
            <ac:spMk id="20" creationId="{610A00AC-880F-B677-C6E1-5A78E960059E}"/>
          </ac:spMkLst>
        </pc:spChg>
        <pc:picChg chg="add mod">
          <ac:chgData name="우진 김" userId="9d5916cb77183fd7" providerId="LiveId" clId="{03E05075-C46F-48BA-9222-48C2AEF11C55}" dt="2025-01-08T05:43:44.243" v="1927" actId="1076"/>
          <ac:picMkLst>
            <pc:docMk/>
            <pc:sldMk cId="2342893777" sldId="262"/>
            <ac:picMk id="6" creationId="{CCF04583-3420-8F5A-2ABE-4E12140F6958}"/>
          </ac:picMkLst>
        </pc:picChg>
      </pc:sldChg>
      <pc:sldChg chg="addSp delSp modSp add mod">
        <pc:chgData name="우진 김" userId="9d5916cb77183fd7" providerId="LiveId" clId="{03E05075-C46F-48BA-9222-48C2AEF11C55}" dt="2025-01-08T08:33:42.147" v="2945" actId="14100"/>
        <pc:sldMkLst>
          <pc:docMk/>
          <pc:sldMk cId="2902150545" sldId="263"/>
        </pc:sldMkLst>
        <pc:spChg chg="mod">
          <ac:chgData name="우진 김" userId="9d5916cb77183fd7" providerId="LiveId" clId="{03E05075-C46F-48BA-9222-48C2AEF11C55}" dt="2025-01-06T08:03:03.501" v="543" actId="20577"/>
          <ac:spMkLst>
            <pc:docMk/>
            <pc:sldMk cId="2902150545" sldId="263"/>
            <ac:spMk id="4" creationId="{6B251992-B10C-ADED-2913-4CF21E689998}"/>
          </ac:spMkLst>
        </pc:spChg>
        <pc:spChg chg="add mod">
          <ac:chgData name="우진 김" userId="9d5916cb77183fd7" providerId="LiveId" clId="{03E05075-C46F-48BA-9222-48C2AEF11C55}" dt="2025-01-08T08:30:38.876" v="2817" actId="14100"/>
          <ac:spMkLst>
            <pc:docMk/>
            <pc:sldMk cId="2902150545" sldId="263"/>
            <ac:spMk id="7" creationId="{AF2EE739-CE83-74B3-512E-90639A9DF2C4}"/>
          </ac:spMkLst>
        </pc:spChg>
        <pc:spChg chg="add mod">
          <ac:chgData name="우진 김" userId="9d5916cb77183fd7" providerId="LiveId" clId="{03E05075-C46F-48BA-9222-48C2AEF11C55}" dt="2025-01-08T08:32:46.689" v="2871" actId="14100"/>
          <ac:spMkLst>
            <pc:docMk/>
            <pc:sldMk cId="2902150545" sldId="263"/>
            <ac:spMk id="10" creationId="{9B2325CE-1707-C56B-73A5-C80BB7C649FF}"/>
          </ac:spMkLst>
        </pc:spChg>
        <pc:spChg chg="add mod">
          <ac:chgData name="우진 김" userId="9d5916cb77183fd7" providerId="LiveId" clId="{03E05075-C46F-48BA-9222-48C2AEF11C55}" dt="2025-01-08T08:32:26.011" v="2865" actId="1076"/>
          <ac:spMkLst>
            <pc:docMk/>
            <pc:sldMk cId="2902150545" sldId="263"/>
            <ac:spMk id="11" creationId="{EBC29DA6-47B9-F286-2623-D4D13C9C2458}"/>
          </ac:spMkLst>
        </pc:spChg>
        <pc:spChg chg="add mod">
          <ac:chgData name="우진 김" userId="9d5916cb77183fd7" providerId="LiveId" clId="{03E05075-C46F-48BA-9222-48C2AEF11C55}" dt="2025-01-08T08:33:10.509" v="2875" actId="208"/>
          <ac:spMkLst>
            <pc:docMk/>
            <pc:sldMk cId="2902150545" sldId="263"/>
            <ac:spMk id="22" creationId="{9614F2F9-6A07-0D51-14EF-76A3C9780809}"/>
          </ac:spMkLst>
        </pc:spChg>
        <pc:spChg chg="add mod">
          <ac:chgData name="우진 김" userId="9d5916cb77183fd7" providerId="LiveId" clId="{03E05075-C46F-48BA-9222-48C2AEF11C55}" dt="2025-01-08T08:33:42.147" v="2945" actId="14100"/>
          <ac:spMkLst>
            <pc:docMk/>
            <pc:sldMk cId="2902150545" sldId="263"/>
            <ac:spMk id="24" creationId="{592EB04B-A8CC-5873-23DC-D3660F7DAA39}"/>
          </ac:spMkLst>
        </pc:spChg>
        <pc:grpChg chg="mod">
          <ac:chgData name="우진 김" userId="9d5916cb77183fd7" providerId="LiveId" clId="{03E05075-C46F-48BA-9222-48C2AEF11C55}" dt="2025-01-08T05:44:16.219" v="1928" actId="1076"/>
          <ac:grpSpMkLst>
            <pc:docMk/>
            <pc:sldMk cId="2902150545" sldId="263"/>
            <ac:grpSpMk id="3" creationId="{B523C90A-CE47-5BA6-6A75-609EF13273E6}"/>
          </ac:grpSpMkLst>
        </pc:grpChg>
        <pc:picChg chg="add mod">
          <ac:chgData name="우진 김" userId="9d5916cb77183fd7" providerId="LiveId" clId="{03E05075-C46F-48BA-9222-48C2AEF11C55}" dt="2025-01-08T08:32:40.543" v="2869" actId="1076"/>
          <ac:picMkLst>
            <pc:docMk/>
            <pc:sldMk cId="2902150545" sldId="263"/>
            <ac:picMk id="6" creationId="{855228DC-78BD-5AAF-4DCF-AEB8C0D9DD56}"/>
          </ac:picMkLst>
        </pc:picChg>
        <pc:cxnChg chg="add mod">
          <ac:chgData name="우진 김" userId="9d5916cb77183fd7" providerId="LiveId" clId="{03E05075-C46F-48BA-9222-48C2AEF11C55}" dt="2025-01-08T08:32:50.200" v="2872" actId="14100"/>
          <ac:cxnSpMkLst>
            <pc:docMk/>
            <pc:sldMk cId="2902150545" sldId="263"/>
            <ac:cxnSpMk id="13" creationId="{E3314727-1F4B-FB9B-B3E4-FB085B5E9CD5}"/>
          </ac:cxnSpMkLst>
        </pc:cxnChg>
      </pc:sldChg>
      <pc:sldChg chg="addSp delSp modSp add mod">
        <pc:chgData name="우진 김" userId="9d5916cb77183fd7" providerId="LiveId" clId="{03E05075-C46F-48BA-9222-48C2AEF11C55}" dt="2025-01-08T08:57:32.274" v="3435" actId="1076"/>
        <pc:sldMkLst>
          <pc:docMk/>
          <pc:sldMk cId="236799104" sldId="264"/>
        </pc:sldMkLst>
        <pc:spChg chg="mod">
          <ac:chgData name="우진 김" userId="9d5916cb77183fd7" providerId="LiveId" clId="{03E05075-C46F-48BA-9222-48C2AEF11C55}" dt="2025-01-08T04:39:45.404" v="1154" actId="1076"/>
          <ac:spMkLst>
            <pc:docMk/>
            <pc:sldMk cId="236799104" sldId="264"/>
            <ac:spMk id="6" creationId="{37B12FA8-334C-98AC-711A-8D84EDFE6712}"/>
          </ac:spMkLst>
        </pc:spChg>
        <pc:spChg chg="add mod">
          <ac:chgData name="우진 김" userId="9d5916cb77183fd7" providerId="LiveId" clId="{03E05075-C46F-48BA-9222-48C2AEF11C55}" dt="2025-01-08T08:29:35.846" v="2779" actId="1076"/>
          <ac:spMkLst>
            <pc:docMk/>
            <pc:sldMk cId="236799104" sldId="264"/>
            <ac:spMk id="11" creationId="{D027E124-ED72-0B41-DC9B-D49C3AB25694}"/>
          </ac:spMkLst>
        </pc:spChg>
        <pc:spChg chg="add mod">
          <ac:chgData name="우진 김" userId="9d5916cb77183fd7" providerId="LiveId" clId="{03E05075-C46F-48BA-9222-48C2AEF11C55}" dt="2025-01-08T08:29:43.852" v="2781" actId="1076"/>
          <ac:spMkLst>
            <pc:docMk/>
            <pc:sldMk cId="236799104" sldId="264"/>
            <ac:spMk id="17" creationId="{03EAB7F0-39CA-1B23-C228-1EE843EFB764}"/>
          </ac:spMkLst>
        </pc:spChg>
        <pc:spChg chg="add mod">
          <ac:chgData name="우진 김" userId="9d5916cb77183fd7" providerId="LiveId" clId="{03E05075-C46F-48BA-9222-48C2AEF11C55}" dt="2025-01-08T08:29:43.852" v="2781" actId="1076"/>
          <ac:spMkLst>
            <pc:docMk/>
            <pc:sldMk cId="236799104" sldId="264"/>
            <ac:spMk id="19" creationId="{BAB7C714-DCA2-31AC-881A-B2DF7573E52A}"/>
          </ac:spMkLst>
        </pc:spChg>
        <pc:spChg chg="add mod">
          <ac:chgData name="우진 김" userId="9d5916cb77183fd7" providerId="LiveId" clId="{03E05075-C46F-48BA-9222-48C2AEF11C55}" dt="2025-01-08T08:29:43.852" v="2781" actId="1076"/>
          <ac:spMkLst>
            <pc:docMk/>
            <pc:sldMk cId="236799104" sldId="264"/>
            <ac:spMk id="23" creationId="{225D0C53-E8C0-29B2-D867-B7953681E95C}"/>
          </ac:spMkLst>
        </pc:spChg>
        <pc:picChg chg="add mod">
          <ac:chgData name="우진 김" userId="9d5916cb77183fd7" providerId="LiveId" clId="{03E05075-C46F-48BA-9222-48C2AEF11C55}" dt="2025-01-08T08:29:39.871" v="2780" actId="1076"/>
          <ac:picMkLst>
            <pc:docMk/>
            <pc:sldMk cId="236799104" sldId="264"/>
            <ac:picMk id="13" creationId="{D84D54A6-F990-DAA3-D26F-C9045E200586}"/>
          </ac:picMkLst>
        </pc:picChg>
        <pc:picChg chg="add mod">
          <ac:chgData name="우진 김" userId="9d5916cb77183fd7" providerId="LiveId" clId="{03E05075-C46F-48BA-9222-48C2AEF11C55}" dt="2025-01-08T08:57:32.274" v="3435" actId="1076"/>
          <ac:picMkLst>
            <pc:docMk/>
            <pc:sldMk cId="236799104" sldId="264"/>
            <ac:picMk id="25" creationId="{25E1F24C-2A05-6F96-C7DB-324D1A1FE19B}"/>
          </ac:picMkLst>
        </pc:picChg>
      </pc:sldChg>
      <pc:sldChg chg="addSp delSp modSp add mod">
        <pc:chgData name="우진 김" userId="9d5916cb77183fd7" providerId="LiveId" clId="{03E05075-C46F-48BA-9222-48C2AEF11C55}" dt="2025-01-08T04:53:18.705" v="1355" actId="1076"/>
        <pc:sldMkLst>
          <pc:docMk/>
          <pc:sldMk cId="1655731993" sldId="265"/>
        </pc:sldMkLst>
        <pc:spChg chg="add mod">
          <ac:chgData name="우진 김" userId="9d5916cb77183fd7" providerId="LiveId" clId="{03E05075-C46F-48BA-9222-48C2AEF11C55}" dt="2025-01-08T04:53:18.705" v="1355" actId="1076"/>
          <ac:spMkLst>
            <pc:docMk/>
            <pc:sldMk cId="1655731993" sldId="265"/>
            <ac:spMk id="8" creationId="{89B69266-4004-1CD8-358E-955F1F1515C4}"/>
          </ac:spMkLst>
        </pc:spChg>
        <pc:spChg chg="add mod">
          <ac:chgData name="우진 김" userId="9d5916cb77183fd7" providerId="LiveId" clId="{03E05075-C46F-48BA-9222-48C2AEF11C55}" dt="2025-01-08T04:48:59.544" v="1257" actId="1076"/>
          <ac:spMkLst>
            <pc:docMk/>
            <pc:sldMk cId="1655731993" sldId="265"/>
            <ac:spMk id="10" creationId="{64381CFA-5C4D-8DF6-C396-C988BBA665D7}"/>
          </ac:spMkLst>
        </pc:spChg>
        <pc:picChg chg="add mod">
          <ac:chgData name="우진 김" userId="9d5916cb77183fd7" providerId="LiveId" clId="{03E05075-C46F-48BA-9222-48C2AEF11C55}" dt="2025-01-08T04:53:14.843" v="1354" actId="1076"/>
          <ac:picMkLst>
            <pc:docMk/>
            <pc:sldMk cId="1655731993" sldId="265"/>
            <ac:picMk id="7" creationId="{277641B6-D86D-CB2B-EC1D-CDA8E50FB49C}"/>
          </ac:picMkLst>
        </pc:picChg>
        <pc:picChg chg="add mod">
          <ac:chgData name="우진 김" userId="9d5916cb77183fd7" providerId="LiveId" clId="{03E05075-C46F-48BA-9222-48C2AEF11C55}" dt="2025-01-08T04:49:07.563" v="1260" actId="1076"/>
          <ac:picMkLst>
            <pc:docMk/>
            <pc:sldMk cId="1655731993" sldId="265"/>
            <ac:picMk id="13" creationId="{9FDD091B-523E-AAD3-8829-F688D9EEA6ED}"/>
          </ac:picMkLst>
        </pc:picChg>
      </pc:sldChg>
      <pc:sldChg chg="addSp delSp modSp add mod">
        <pc:chgData name="우진 김" userId="9d5916cb77183fd7" providerId="LiveId" clId="{03E05075-C46F-48BA-9222-48C2AEF11C55}" dt="2025-01-08T08:30:22.951" v="2782" actId="1076"/>
        <pc:sldMkLst>
          <pc:docMk/>
          <pc:sldMk cId="2613951713" sldId="266"/>
        </pc:sldMkLst>
        <pc:spChg chg="mod">
          <ac:chgData name="우진 김" userId="9d5916cb77183fd7" providerId="LiveId" clId="{03E05075-C46F-48BA-9222-48C2AEF11C55}" dt="2025-01-08T08:30:22.951" v="2782" actId="1076"/>
          <ac:spMkLst>
            <pc:docMk/>
            <pc:sldMk cId="2613951713" sldId="266"/>
            <ac:spMk id="8" creationId="{20E76DD8-E828-D07E-C029-13E773027684}"/>
          </ac:spMkLst>
        </pc:spChg>
        <pc:picChg chg="add mod">
          <ac:chgData name="우진 김" userId="9d5916cb77183fd7" providerId="LiveId" clId="{03E05075-C46F-48BA-9222-48C2AEF11C55}" dt="2025-01-08T04:52:56.759" v="1353" actId="1076"/>
          <ac:picMkLst>
            <pc:docMk/>
            <pc:sldMk cId="2613951713" sldId="266"/>
            <ac:picMk id="6" creationId="{BE26F38E-1B4F-630D-30D5-F2365240B95B}"/>
          </ac:picMkLst>
        </pc:picChg>
      </pc:sldChg>
      <pc:sldChg chg="addSp delSp modSp add mod">
        <pc:chgData name="우진 김" userId="9d5916cb77183fd7" providerId="LiveId" clId="{03E05075-C46F-48BA-9222-48C2AEF11C55}" dt="2025-01-08T05:44:38.651" v="1937" actId="20577"/>
        <pc:sldMkLst>
          <pc:docMk/>
          <pc:sldMk cId="1447232180" sldId="267"/>
        </pc:sldMkLst>
        <pc:spChg chg="mod">
          <ac:chgData name="우진 김" userId="9d5916cb77183fd7" providerId="LiveId" clId="{03E05075-C46F-48BA-9222-48C2AEF11C55}" dt="2025-01-08T04:57:14.021" v="1638" actId="1076"/>
          <ac:spMkLst>
            <pc:docMk/>
            <pc:sldMk cId="1447232180" sldId="267"/>
            <ac:spMk id="7" creationId="{C5426F39-8A43-79AB-7BA9-5EA43977A79D}"/>
          </ac:spMkLst>
        </pc:spChg>
        <pc:spChg chg="add mod">
          <ac:chgData name="우진 김" userId="9d5916cb77183fd7" providerId="LiveId" clId="{03E05075-C46F-48BA-9222-48C2AEF11C55}" dt="2025-01-08T05:44:38.651" v="1937" actId="20577"/>
          <ac:spMkLst>
            <pc:docMk/>
            <pc:sldMk cId="1447232180" sldId="267"/>
            <ac:spMk id="17" creationId="{9BFE1813-6479-5205-56AF-2A0D19BABB43}"/>
          </ac:spMkLst>
        </pc:spChg>
        <pc:spChg chg="add mod">
          <ac:chgData name="우진 김" userId="9d5916cb77183fd7" providerId="LiveId" clId="{03E05075-C46F-48BA-9222-48C2AEF11C55}" dt="2025-01-08T04:58:48.829" v="1727" actId="20577"/>
          <ac:spMkLst>
            <pc:docMk/>
            <pc:sldMk cId="1447232180" sldId="267"/>
            <ac:spMk id="18" creationId="{B4CE4C78-9009-82A3-4BEF-9C5D266F4E60}"/>
          </ac:spMkLst>
        </pc:spChg>
        <pc:spChg chg="add mod">
          <ac:chgData name="우진 김" userId="9d5916cb77183fd7" providerId="LiveId" clId="{03E05075-C46F-48BA-9222-48C2AEF11C55}" dt="2025-01-08T04:59:35.687" v="1813" actId="14100"/>
          <ac:spMkLst>
            <pc:docMk/>
            <pc:sldMk cId="1447232180" sldId="267"/>
            <ac:spMk id="19" creationId="{F4E28D38-A308-7B89-DCFB-7C262356A09C}"/>
          </ac:spMkLst>
        </pc:spChg>
        <pc:picChg chg="add mod">
          <ac:chgData name="우진 김" userId="9d5916cb77183fd7" providerId="LiveId" clId="{03E05075-C46F-48BA-9222-48C2AEF11C55}" dt="2025-01-08T04:59:00.602" v="1732" actId="14100"/>
          <ac:picMkLst>
            <pc:docMk/>
            <pc:sldMk cId="1447232180" sldId="267"/>
            <ac:picMk id="8" creationId="{8BD0A7F4-F132-1A2F-1164-F99855BBF891}"/>
          </ac:picMkLst>
        </pc:picChg>
        <pc:cxnChg chg="add mod">
          <ac:chgData name="우진 김" userId="9d5916cb77183fd7" providerId="LiveId" clId="{03E05075-C46F-48BA-9222-48C2AEF11C55}" dt="2025-01-08T04:57:45.410" v="1645" actId="208"/>
          <ac:cxnSpMkLst>
            <pc:docMk/>
            <pc:sldMk cId="1447232180" sldId="267"/>
            <ac:cxnSpMk id="11" creationId="{D6EAD1E2-66F3-249C-7B07-46630F4A8D60}"/>
          </ac:cxnSpMkLst>
        </pc:cxnChg>
        <pc:cxnChg chg="add mod">
          <ac:chgData name="우진 김" userId="9d5916cb77183fd7" providerId="LiveId" clId="{03E05075-C46F-48BA-9222-48C2AEF11C55}" dt="2025-01-08T04:58:56.983" v="1731" actId="1036"/>
          <ac:cxnSpMkLst>
            <pc:docMk/>
            <pc:sldMk cId="1447232180" sldId="267"/>
            <ac:cxnSpMk id="12" creationId="{2162D351-3D8E-A5E7-6BDA-51D5CC14EB04}"/>
          </ac:cxnSpMkLst>
        </pc:cxnChg>
        <pc:cxnChg chg="add mod">
          <ac:chgData name="우진 김" userId="9d5916cb77183fd7" providerId="LiveId" clId="{03E05075-C46F-48BA-9222-48C2AEF11C55}" dt="2025-01-08T04:58:08.304" v="1649" actId="1076"/>
          <ac:cxnSpMkLst>
            <pc:docMk/>
            <pc:sldMk cId="1447232180" sldId="267"/>
            <ac:cxnSpMk id="13" creationId="{43CA8A86-D2BA-60CC-13D5-5C1F283B054E}"/>
          </ac:cxnSpMkLst>
        </pc:cxnChg>
      </pc:sldChg>
      <pc:sldChg chg="new del">
        <pc:chgData name="우진 김" userId="9d5916cb77183fd7" providerId="LiveId" clId="{03E05075-C46F-48BA-9222-48C2AEF11C55}" dt="2025-01-08T04:59:43.406" v="1815" actId="680"/>
        <pc:sldMkLst>
          <pc:docMk/>
          <pc:sldMk cId="3303311339" sldId="268"/>
        </pc:sldMkLst>
      </pc:sldChg>
      <pc:sldChg chg="addSp delSp modSp add mod">
        <pc:chgData name="우진 김" userId="9d5916cb77183fd7" providerId="LiveId" clId="{03E05075-C46F-48BA-9222-48C2AEF11C55}" dt="2025-01-08T05:08:43.888" v="1857" actId="14100"/>
        <pc:sldMkLst>
          <pc:docMk/>
          <pc:sldMk cId="4075960198" sldId="268"/>
        </pc:sldMkLst>
        <pc:spChg chg="mod">
          <ac:chgData name="우진 김" userId="9d5916cb77183fd7" providerId="LiveId" clId="{03E05075-C46F-48BA-9222-48C2AEF11C55}" dt="2025-01-08T05:00:06.767" v="1854" actId="20577"/>
          <ac:spMkLst>
            <pc:docMk/>
            <pc:sldMk cId="4075960198" sldId="268"/>
            <ac:spMk id="7" creationId="{B4553134-2F40-73F1-83D6-720C45C001D3}"/>
          </ac:spMkLst>
        </pc:spChg>
        <pc:picChg chg="add mod">
          <ac:chgData name="우진 김" userId="9d5916cb77183fd7" providerId="LiveId" clId="{03E05075-C46F-48BA-9222-48C2AEF11C55}" dt="2025-01-08T05:08:43.888" v="1857" actId="14100"/>
          <ac:picMkLst>
            <pc:docMk/>
            <pc:sldMk cId="4075960198" sldId="268"/>
            <ac:picMk id="6" creationId="{36E39E32-9250-0DE1-5771-6A16D804C91F}"/>
          </ac:picMkLst>
        </pc:picChg>
      </pc:sldChg>
      <pc:sldChg chg="addSp delSp modSp add mod">
        <pc:chgData name="우진 김" userId="9d5916cb77183fd7" providerId="LiveId" clId="{03E05075-C46F-48BA-9222-48C2AEF11C55}" dt="2025-01-08T05:14:39.954" v="1907" actId="20577"/>
        <pc:sldMkLst>
          <pc:docMk/>
          <pc:sldMk cId="1255267737" sldId="269"/>
        </pc:sldMkLst>
        <pc:spChg chg="mod">
          <ac:chgData name="우진 김" userId="9d5916cb77183fd7" providerId="LiveId" clId="{03E05075-C46F-48BA-9222-48C2AEF11C55}" dt="2025-01-08T05:14:39.954" v="1907" actId="20577"/>
          <ac:spMkLst>
            <pc:docMk/>
            <pc:sldMk cId="1255267737" sldId="269"/>
            <ac:spMk id="7" creationId="{661A5711-FCE6-299E-4382-D04D74509D82}"/>
          </ac:spMkLst>
        </pc:spChg>
        <pc:picChg chg="add mod">
          <ac:chgData name="우진 김" userId="9d5916cb77183fd7" providerId="LiveId" clId="{03E05075-C46F-48BA-9222-48C2AEF11C55}" dt="2025-01-08T05:14:02.295" v="1879" actId="1076"/>
          <ac:picMkLst>
            <pc:docMk/>
            <pc:sldMk cId="1255267737" sldId="269"/>
            <ac:picMk id="8" creationId="{C3E23DED-A951-02F1-45AE-2B7295B758B9}"/>
          </ac:picMkLst>
        </pc:picChg>
      </pc:sldChg>
      <pc:sldChg chg="addSp delSp modSp add mod">
        <pc:chgData name="우진 김" userId="9d5916cb77183fd7" providerId="LiveId" clId="{03E05075-C46F-48BA-9222-48C2AEF11C55}" dt="2025-01-08T08:57:39.265" v="3436" actId="1076"/>
        <pc:sldMkLst>
          <pc:docMk/>
          <pc:sldMk cId="2928203289" sldId="270"/>
        </pc:sldMkLst>
        <pc:spChg chg="mod">
          <ac:chgData name="우진 김" userId="9d5916cb77183fd7" providerId="LiveId" clId="{03E05075-C46F-48BA-9222-48C2AEF11C55}" dt="2025-01-08T08:57:39.265" v="3436" actId="1076"/>
          <ac:spMkLst>
            <pc:docMk/>
            <pc:sldMk cId="2928203289" sldId="270"/>
            <ac:spMk id="21" creationId="{B79C940E-EC6C-6CDD-2D85-AA8E45EACCB7}"/>
          </ac:spMkLst>
        </pc:spChg>
        <pc:spChg chg="mod">
          <ac:chgData name="우진 김" userId="9d5916cb77183fd7" providerId="LiveId" clId="{03E05075-C46F-48BA-9222-48C2AEF11C55}" dt="2025-01-08T08:57:39.265" v="3436" actId="1076"/>
          <ac:spMkLst>
            <pc:docMk/>
            <pc:sldMk cId="2928203289" sldId="270"/>
            <ac:spMk id="22" creationId="{8F0F0B82-4572-A972-0875-4146F078175B}"/>
          </ac:spMkLst>
        </pc:spChg>
      </pc:sldChg>
      <pc:sldChg chg="addSp delSp modSp add mod">
        <pc:chgData name="우진 김" userId="9d5916cb77183fd7" providerId="LiveId" clId="{03E05075-C46F-48BA-9222-48C2AEF11C55}" dt="2025-01-08T08:47:52.228" v="3290" actId="1076"/>
        <pc:sldMkLst>
          <pc:docMk/>
          <pc:sldMk cId="3481201770" sldId="271"/>
        </pc:sldMkLst>
        <pc:spChg chg="add mod">
          <ac:chgData name="우진 김" userId="9d5916cb77183fd7" providerId="LiveId" clId="{03E05075-C46F-48BA-9222-48C2AEF11C55}" dt="2025-01-08T08:45:47.789" v="3258" actId="113"/>
          <ac:spMkLst>
            <pc:docMk/>
            <pc:sldMk cId="3481201770" sldId="271"/>
            <ac:spMk id="2" creationId="{F10758EA-3351-2DDB-0682-77A3FF41C39E}"/>
          </ac:spMkLst>
        </pc:spChg>
        <pc:spChg chg="mod">
          <ac:chgData name="우진 김" userId="9d5916cb77183fd7" providerId="LiveId" clId="{03E05075-C46F-48BA-9222-48C2AEF11C55}" dt="2025-01-08T08:43:49.614" v="3166" actId="1076"/>
          <ac:spMkLst>
            <pc:docMk/>
            <pc:sldMk cId="3481201770" sldId="271"/>
            <ac:spMk id="10" creationId="{AF511AC3-6FB0-3BA2-D02B-917680F977C3}"/>
          </ac:spMkLst>
        </pc:spChg>
        <pc:spChg chg="mod">
          <ac:chgData name="우진 김" userId="9d5916cb77183fd7" providerId="LiveId" clId="{03E05075-C46F-48BA-9222-48C2AEF11C55}" dt="2025-01-08T08:43:52.282" v="3167" actId="1076"/>
          <ac:spMkLst>
            <pc:docMk/>
            <pc:sldMk cId="3481201770" sldId="271"/>
            <ac:spMk id="11" creationId="{BA3432A3-BBE4-6D9D-8FCA-E9F0D59B7070}"/>
          </ac:spMkLst>
        </pc:spChg>
        <pc:picChg chg="mod">
          <ac:chgData name="우진 김" userId="9d5916cb77183fd7" providerId="LiveId" clId="{03E05075-C46F-48BA-9222-48C2AEF11C55}" dt="2025-01-08T08:44:44.108" v="3239" actId="1076"/>
          <ac:picMkLst>
            <pc:docMk/>
            <pc:sldMk cId="3481201770" sldId="271"/>
            <ac:picMk id="19" creationId="{490F7FE2-AC8E-A456-750E-467E56554564}"/>
          </ac:picMkLst>
        </pc:picChg>
        <pc:picChg chg="mod">
          <ac:chgData name="우진 김" userId="9d5916cb77183fd7" providerId="LiveId" clId="{03E05075-C46F-48BA-9222-48C2AEF11C55}" dt="2025-01-08T08:47:52.228" v="3290" actId="1076"/>
          <ac:picMkLst>
            <pc:docMk/>
            <pc:sldMk cId="3481201770" sldId="271"/>
            <ac:picMk id="22" creationId="{C7C9F1D7-A80D-DB0E-BDE4-48BBAB5793C5}"/>
          </ac:picMkLst>
        </pc:picChg>
      </pc:sldChg>
    </pc:docChg>
  </pc:docChgLst>
  <pc:docChgLst>
    <pc:chgData name="우진 김" userId="9d5916cb77183fd7" providerId="LiveId" clId="{3800DD7D-A8F0-490A-A688-EAE52A107435}"/>
    <pc:docChg chg="modSld">
      <pc:chgData name="우진 김" userId="9d5916cb77183fd7" providerId="LiveId" clId="{3800DD7D-A8F0-490A-A688-EAE52A107435}" dt="2025-02-05T19:20:39.502" v="20" actId="20577"/>
      <pc:docMkLst>
        <pc:docMk/>
      </pc:docMkLst>
      <pc:sldChg chg="modSp mod">
        <pc:chgData name="우진 김" userId="9d5916cb77183fd7" providerId="LiveId" clId="{3800DD7D-A8F0-490A-A688-EAE52A107435}" dt="2025-02-05T19:20:39.502" v="20" actId="20577"/>
        <pc:sldMkLst>
          <pc:docMk/>
          <pc:sldMk cId="3700661341" sldId="260"/>
        </pc:sldMkLst>
        <pc:spChg chg="mod">
          <ac:chgData name="우진 김" userId="9d5916cb77183fd7" providerId="LiveId" clId="{3800DD7D-A8F0-490A-A688-EAE52A107435}" dt="2025-02-05T19:20:39.502" v="20" actId="20577"/>
          <ac:spMkLst>
            <pc:docMk/>
            <pc:sldMk cId="3700661341" sldId="260"/>
            <ac:spMk id="6" creationId="{31722D62-D5D5-2B7C-151A-47B4653D409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2F95A2-74D5-682E-CA9D-ED5D4C139E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784831B-EA6E-71D9-EBD9-94640FB0C2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953999-35F1-FB50-95E7-C4BC0D159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1CC56-EAF4-47D6-9274-2CE241C8C0F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32D4B1-F120-BBB7-35B1-92E71B982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2B0AF2-5B53-817F-124C-CEF1B5D15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9EC93-7384-44EB-84BD-26B1515480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761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982432-D011-991C-21A2-9146B2966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B6A7A5-0E6D-EE5B-0DC2-B99ED9D07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A65339-E2EA-CD3D-D4C3-E3FE45D97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1CC56-EAF4-47D6-9274-2CE241C8C0F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33DF8F-0C8E-0E01-AB30-D1E80382F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531DCE-3197-A223-AB48-5934100BF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9EC93-7384-44EB-84BD-26B1515480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116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DE43B7-D5A0-9783-1BC9-A7ECEDE5D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40CF58-40FD-2891-5724-CB56298B6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C1E7F5-08D0-64BF-43E9-A384C8B3E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1CC56-EAF4-47D6-9274-2CE241C8C0F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E3FA07-3BF3-9D4E-9423-6D2EA5535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D78C9F-2FB7-3028-2CD9-D43588126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9EC93-7384-44EB-84BD-26B1515480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5297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CFE464-62C8-C355-5CEB-A15FADF59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93E6FF-E39E-1C36-F884-D06D57359A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6D2729-3B62-A784-A5A2-EA06AC2BDA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650D8F-247E-75EA-F4FD-D4C172158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1CC56-EAF4-47D6-9274-2CE241C8C0F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5E5C69-0F58-7690-E4D9-A197BFDBF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F82453-C50F-44E1-3777-9C8A58CDB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9EC93-7384-44EB-84BD-26B1515480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339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5C16F1-8CE2-84D5-5D9E-65C57C7BF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557A8F-F516-C590-1F92-886C9DB02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62A116-964B-7016-5E38-F227588D7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793A7AF-4125-88F5-7919-3C6CF2BEB8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06A46B1-3763-EF70-2295-8A193D747D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E8F19B7-D513-48C1-CB81-E0994BC3F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1CC56-EAF4-47D6-9274-2CE241C8C0F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FA9E00C-917C-725F-B9BE-1796CF775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A44487-CACE-12AD-9F38-484765C5A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9EC93-7384-44EB-84BD-26B1515480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558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AB1CB8-5FF0-2B02-CF97-65B0501C7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0FB2D2E-A743-11A3-9D58-917CC5071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1CC56-EAF4-47D6-9274-2CE241C8C0F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AC4F1DC-52C9-2A31-28C9-936321715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0A1FBC-88FE-D0E9-3D51-1EE6D1FD8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9EC93-7384-44EB-84BD-26B1515480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637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F4E874-D793-025D-3847-475B1283E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1CC56-EAF4-47D6-9274-2CE241C8C0F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999B8D6-EF1A-2DC0-0311-FF9871AD0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A3928B-194B-6057-785E-A604165BE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9EC93-7384-44EB-84BD-26B1515480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819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46B802-EF2B-D9AD-D690-5728B5C8D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A12660-39C9-55C5-9F35-0E5FDF837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3F4D4A-961F-B5DF-231B-F962FF4B3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2B438D-A883-77A4-1F02-2E1DA3449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1CC56-EAF4-47D6-9274-2CE241C8C0F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039A68-1B5E-85C2-922F-549A528EB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7AD145-4517-AADD-46AF-8F0E639A9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9EC93-7384-44EB-84BD-26B1515480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084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E24E45-77E7-35BA-61F2-A7C9FB16E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D35A701-382F-8417-4397-1E59ECBE9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4CEBFA-0D32-E314-961A-E20648DC56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29A862-92E0-6607-6F26-FB639BF81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1CC56-EAF4-47D6-9274-2CE241C8C0F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12A4A9-F0B4-6C55-4A56-326152181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BD0323-E15A-DC0F-AE4D-8DF0044EE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9EC93-7384-44EB-84BD-26B1515480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647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2F9EFC-8D3D-7316-02E0-7757BD5C0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D37F5FA-D14D-6E49-D51F-4779AEA2A4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384578-6DC1-9615-ADB8-E708DC299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1CC56-EAF4-47D6-9274-2CE241C8C0F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BAB6BC-B1C0-AA59-B604-4B255BA1E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1D64B0-4B73-A049-EB11-6EC59B2D7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9EC93-7384-44EB-84BD-26B1515480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750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D1D7548-2ABE-C815-6E98-6A18857B6E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2F11337-48D2-A1B3-3999-6531DD1403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A1073C-85AC-3D7A-8243-E0A7ADC65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1CC56-EAF4-47D6-9274-2CE241C8C0F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17AF58-EEAC-D4D1-C766-E40EE55AE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7D16CC-3A21-4315-D0E5-3DEEC10F3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9EC93-7384-44EB-84BD-26B1515480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615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0D1B35B-B399-1167-7EE1-8CBE77845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8A024D-24DF-824F-A9FA-7A85981E5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0505B9-9AB8-BB64-C96B-7F52B55118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31CC56-EAF4-47D6-9274-2CE241C8C0F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7B2249-26A5-E5BD-CCD0-98E8C903F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8B191B-ADAA-CC1F-C1E2-553F1CB7D1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89EC93-7384-44EB-84BD-26B1515480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18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engine/instal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cs.nvidia.com/datacenter/cloud-native/container-toolkit/latest/install-guide.htm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8;p1">
            <a:extLst>
              <a:ext uri="{FF2B5EF4-FFF2-40B4-BE49-F238E27FC236}">
                <a16:creationId xmlns:a16="http://schemas.microsoft.com/office/drawing/2014/main" id="{DDD97F0E-58FD-EC9E-8351-CA088841207A}"/>
              </a:ext>
            </a:extLst>
          </p:cNvPr>
          <p:cNvSpPr txBox="1"/>
          <p:nvPr/>
        </p:nvSpPr>
        <p:spPr>
          <a:xfrm>
            <a:off x="901377" y="1941342"/>
            <a:ext cx="64884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3600" b="1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Malgun Gothic"/>
              </a:rPr>
              <a:t>NIA</a:t>
            </a:r>
            <a:r>
              <a:rPr lang="ko-KR" altLang="en-US" sz="3600" b="1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Malgun Gothic"/>
              </a:rPr>
              <a:t> 의학지식 사업 </a:t>
            </a:r>
            <a:endParaRPr lang="en-US" altLang="ko-KR" sz="3600" b="1" dirty="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Malgun Gothic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3600" b="1" i="0" u="none" strike="noStrike" cap="none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Malgun Gothic"/>
              </a:rPr>
              <a:t>AI </a:t>
            </a:r>
            <a:r>
              <a:rPr lang="ko-KR" altLang="en-US" sz="3600" b="1" i="0" u="none" strike="noStrike" cap="none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Malgun Gothic"/>
              </a:rPr>
              <a:t>모델 구동 가이드라인</a:t>
            </a:r>
            <a:endParaRPr sz="3600" b="1" i="0" u="none" strike="noStrike" cap="none" dirty="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Malgun Gothic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686E7F1-EA9F-085F-10BD-C45CF6EAEE80}"/>
              </a:ext>
            </a:extLst>
          </p:cNvPr>
          <p:cNvCxnSpPr>
            <a:cxnSpLocks/>
          </p:cNvCxnSpPr>
          <p:nvPr/>
        </p:nvCxnSpPr>
        <p:spPr>
          <a:xfrm>
            <a:off x="730624" y="3287484"/>
            <a:ext cx="5683623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F23BD03C-9355-4D58-A491-5CD20971985E}"/>
              </a:ext>
            </a:extLst>
          </p:cNvPr>
          <p:cNvSpPr/>
          <p:nvPr/>
        </p:nvSpPr>
        <p:spPr>
          <a:xfrm>
            <a:off x="0" y="-1"/>
            <a:ext cx="12192000" cy="1257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D84D341-FA35-ED44-2A0F-DFFC90D73C0E}"/>
              </a:ext>
            </a:extLst>
          </p:cNvPr>
          <p:cNvSpPr/>
          <p:nvPr/>
        </p:nvSpPr>
        <p:spPr>
          <a:xfrm>
            <a:off x="0" y="6528546"/>
            <a:ext cx="12192000" cy="32945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ECAF2F1A-263F-37D4-0F70-708A346CD68A}"/>
              </a:ext>
            </a:extLst>
          </p:cNvPr>
          <p:cNvCxnSpPr>
            <a:cxnSpLocks/>
          </p:cNvCxnSpPr>
          <p:nvPr/>
        </p:nvCxnSpPr>
        <p:spPr>
          <a:xfrm>
            <a:off x="0" y="6411684"/>
            <a:ext cx="121920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102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13E58-6491-99FD-DE71-BA1331C62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2E92C284-8E74-9A30-3DD9-455B467F0637}"/>
              </a:ext>
            </a:extLst>
          </p:cNvPr>
          <p:cNvSpPr/>
          <p:nvPr/>
        </p:nvSpPr>
        <p:spPr>
          <a:xfrm>
            <a:off x="1468842" y="1869499"/>
            <a:ext cx="4084793" cy="6118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CC053C7-7779-BB36-6E17-24711770648F}"/>
              </a:ext>
            </a:extLst>
          </p:cNvPr>
          <p:cNvSpPr/>
          <p:nvPr/>
        </p:nvSpPr>
        <p:spPr>
          <a:xfrm>
            <a:off x="0" y="1007099"/>
            <a:ext cx="12192000" cy="2501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A03C566-F0A9-386A-3746-52D4E4E79741}"/>
              </a:ext>
            </a:extLst>
          </p:cNvPr>
          <p:cNvSpPr/>
          <p:nvPr/>
        </p:nvSpPr>
        <p:spPr>
          <a:xfrm>
            <a:off x="0" y="6528546"/>
            <a:ext cx="12192000" cy="32945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FA140F1F-6231-F9F4-0C9A-E69C1E1488C5}"/>
              </a:ext>
            </a:extLst>
          </p:cNvPr>
          <p:cNvCxnSpPr>
            <a:cxnSpLocks/>
          </p:cNvCxnSpPr>
          <p:nvPr/>
        </p:nvCxnSpPr>
        <p:spPr>
          <a:xfrm>
            <a:off x="0" y="6411684"/>
            <a:ext cx="121920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Google Shape;38;p1">
            <a:extLst>
              <a:ext uri="{FF2B5EF4-FFF2-40B4-BE49-F238E27FC236}">
                <a16:creationId xmlns:a16="http://schemas.microsoft.com/office/drawing/2014/main" id="{EBE7FA53-C23C-EF73-6AEE-038A7BD8B67A}"/>
              </a:ext>
            </a:extLst>
          </p:cNvPr>
          <p:cNvSpPr txBox="1"/>
          <p:nvPr/>
        </p:nvSpPr>
        <p:spPr>
          <a:xfrm>
            <a:off x="561414" y="245430"/>
            <a:ext cx="118200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ko-KR" altLang="en-US" sz="2800" b="1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Malgun Gothic"/>
              </a:rPr>
              <a:t>목차</a:t>
            </a:r>
            <a:endParaRPr sz="2800" b="1" i="0" u="none" strike="noStrike" cap="none" dirty="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Malgun Gothic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FE6079A-2775-3093-E6B9-0EC7524428F4}"/>
              </a:ext>
            </a:extLst>
          </p:cNvPr>
          <p:cNvSpPr/>
          <p:nvPr/>
        </p:nvSpPr>
        <p:spPr>
          <a:xfrm>
            <a:off x="746311" y="1869499"/>
            <a:ext cx="611842" cy="6118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 sz="2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EC64FD-AA07-70C1-A24A-C828C7E477D6}"/>
              </a:ext>
            </a:extLst>
          </p:cNvPr>
          <p:cNvSpPr txBox="1"/>
          <p:nvPr/>
        </p:nvSpPr>
        <p:spPr>
          <a:xfrm>
            <a:off x="1593476" y="1944587"/>
            <a:ext cx="19223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err="1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도커</a:t>
            </a:r>
            <a:r>
              <a:rPr lang="en-US" altLang="ko-KR" sz="24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4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구동 방법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F24C1FE-8417-944E-8BE3-CB35A718F1F3}"/>
              </a:ext>
            </a:extLst>
          </p:cNvPr>
          <p:cNvSpPr/>
          <p:nvPr/>
        </p:nvSpPr>
        <p:spPr>
          <a:xfrm>
            <a:off x="1468842" y="2787621"/>
            <a:ext cx="4084793" cy="6118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B476230-4C05-1B43-8AA6-AE8A67CE0811}"/>
              </a:ext>
            </a:extLst>
          </p:cNvPr>
          <p:cNvSpPr/>
          <p:nvPr/>
        </p:nvSpPr>
        <p:spPr>
          <a:xfrm>
            <a:off x="746311" y="2787621"/>
            <a:ext cx="611842" cy="6118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endParaRPr lang="ko-KR" altLang="en-US" sz="2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86B1E1-F5A3-DC0E-D18B-2EE05C50946C}"/>
              </a:ext>
            </a:extLst>
          </p:cNvPr>
          <p:cNvSpPr txBox="1"/>
          <p:nvPr/>
        </p:nvSpPr>
        <p:spPr>
          <a:xfrm>
            <a:off x="1593476" y="2862709"/>
            <a:ext cx="1358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환경 설정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51C8C48-0DAC-04BC-9F88-863DD1CECBFF}"/>
              </a:ext>
            </a:extLst>
          </p:cNvPr>
          <p:cNvSpPr/>
          <p:nvPr/>
        </p:nvSpPr>
        <p:spPr>
          <a:xfrm>
            <a:off x="1468842" y="3705743"/>
            <a:ext cx="4084793" cy="6118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03ED9BC-C180-AB08-DFD7-9A18ADD0EAFB}"/>
              </a:ext>
            </a:extLst>
          </p:cNvPr>
          <p:cNvSpPr/>
          <p:nvPr/>
        </p:nvSpPr>
        <p:spPr>
          <a:xfrm>
            <a:off x="746311" y="3705743"/>
            <a:ext cx="611842" cy="6118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endParaRPr lang="ko-KR" altLang="en-US" sz="2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D84478-BFA4-2963-AC00-C555A371B579}"/>
              </a:ext>
            </a:extLst>
          </p:cNvPr>
          <p:cNvSpPr txBox="1"/>
          <p:nvPr/>
        </p:nvSpPr>
        <p:spPr>
          <a:xfrm>
            <a:off x="1593476" y="3780831"/>
            <a:ext cx="1992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모델 실행 방법</a:t>
            </a:r>
          </a:p>
        </p:txBody>
      </p:sp>
    </p:spTree>
    <p:extLst>
      <p:ext uri="{BB962C8B-B14F-4D97-AF65-F5344CB8AC3E}">
        <p14:creationId xmlns:p14="http://schemas.microsoft.com/office/powerpoint/2010/main" val="4210788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AF173-7DF4-FB56-619E-CB5C64AA0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4C6B76B8-0483-2506-5B0B-073E17FFE4C4}"/>
              </a:ext>
            </a:extLst>
          </p:cNvPr>
          <p:cNvSpPr/>
          <p:nvPr/>
        </p:nvSpPr>
        <p:spPr>
          <a:xfrm>
            <a:off x="0" y="1007099"/>
            <a:ext cx="12192000" cy="2501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1C84B2-9B85-22DE-88D1-26416C83D8ED}"/>
              </a:ext>
            </a:extLst>
          </p:cNvPr>
          <p:cNvSpPr/>
          <p:nvPr/>
        </p:nvSpPr>
        <p:spPr>
          <a:xfrm>
            <a:off x="0" y="6528546"/>
            <a:ext cx="12192000" cy="32945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A4A1B5E-6A82-59BE-7135-31273ABC1B8C}"/>
              </a:ext>
            </a:extLst>
          </p:cNvPr>
          <p:cNvCxnSpPr>
            <a:cxnSpLocks/>
          </p:cNvCxnSpPr>
          <p:nvPr/>
        </p:nvCxnSpPr>
        <p:spPr>
          <a:xfrm>
            <a:off x="0" y="6411684"/>
            <a:ext cx="121920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C3FA007-544F-C1C9-41EA-F3D66BE67813}"/>
              </a:ext>
            </a:extLst>
          </p:cNvPr>
          <p:cNvSpPr/>
          <p:nvPr/>
        </p:nvSpPr>
        <p:spPr>
          <a:xfrm>
            <a:off x="228599" y="204421"/>
            <a:ext cx="611842" cy="6118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 sz="2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84422B-6DE2-78D3-2B00-F97EFEE26C43}"/>
              </a:ext>
            </a:extLst>
          </p:cNvPr>
          <p:cNvSpPr txBox="1"/>
          <p:nvPr/>
        </p:nvSpPr>
        <p:spPr>
          <a:xfrm>
            <a:off x="951245" y="248732"/>
            <a:ext cx="22653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도커</a:t>
            </a:r>
            <a:r>
              <a:rPr lang="en-US" altLang="ko-KR" sz="28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8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구동 방법</a:t>
            </a:r>
          </a:p>
        </p:txBody>
      </p:sp>
      <p:grpSp>
        <p:nvGrpSpPr>
          <p:cNvPr id="3" name="Google Shape;98;g24bb4d847d9_0_1">
            <a:extLst>
              <a:ext uri="{FF2B5EF4-FFF2-40B4-BE49-F238E27FC236}">
                <a16:creationId xmlns:a16="http://schemas.microsoft.com/office/drawing/2014/main" id="{00350AC5-C68D-0A9E-27FC-0CD2C299E76E}"/>
              </a:ext>
            </a:extLst>
          </p:cNvPr>
          <p:cNvGrpSpPr/>
          <p:nvPr/>
        </p:nvGrpSpPr>
        <p:grpSpPr>
          <a:xfrm>
            <a:off x="588308" y="1546233"/>
            <a:ext cx="3445810" cy="369291"/>
            <a:chOff x="726606" y="1811635"/>
            <a:chExt cx="2659227" cy="369291"/>
          </a:xfrm>
        </p:grpSpPr>
        <p:sp>
          <p:nvSpPr>
            <p:cNvPr id="4" name="Google Shape;99;g24bb4d847d9_0_1">
              <a:extLst>
                <a:ext uri="{FF2B5EF4-FFF2-40B4-BE49-F238E27FC236}">
                  <a16:creationId xmlns:a16="http://schemas.microsoft.com/office/drawing/2014/main" id="{6287B458-F6BF-8A08-2380-A47AB05C0C31}"/>
                </a:ext>
              </a:extLst>
            </p:cNvPr>
            <p:cNvSpPr txBox="1"/>
            <p:nvPr/>
          </p:nvSpPr>
          <p:spPr>
            <a:xfrm>
              <a:off x="870842" y="1811635"/>
              <a:ext cx="2514991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altLang="en-US" b="1" dirty="0" err="1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도커</a:t>
              </a:r>
              <a:r>
                <a:rPr lang="ko-KR" altLang="en-US" b="1" dirty="0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이미지 다운로드</a:t>
              </a:r>
              <a:r>
                <a:rPr lang="en-US" altLang="ko-KR" b="1" dirty="0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lang="ko-KR" altLang="en-US" b="1" dirty="0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로드</a:t>
              </a:r>
              <a:endParaRPr b="1" i="0" u="none" strike="noStrike" cap="none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5" name="Google Shape;100;g24bb4d847d9_0_1">
              <a:extLst>
                <a:ext uri="{FF2B5EF4-FFF2-40B4-BE49-F238E27FC236}">
                  <a16:creationId xmlns:a16="http://schemas.microsoft.com/office/drawing/2014/main" id="{5DBBC7D1-7AFF-3CC7-6BE8-FCEC1B22031F}"/>
                </a:ext>
              </a:extLst>
            </p:cNvPr>
            <p:cNvSpPr/>
            <p:nvPr/>
          </p:nvSpPr>
          <p:spPr>
            <a:xfrm>
              <a:off x="726606" y="1924466"/>
              <a:ext cx="107100" cy="112800"/>
            </a:xfrm>
            <a:prstGeom prst="bevel">
              <a:avLst>
                <a:gd name="adj" fmla="val 12500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000" b="0" i="0" u="none" strike="noStrike" cap="none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BF7B4F9C-5D90-C6C7-BABD-4D2565241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994" y="2735078"/>
            <a:ext cx="4730004" cy="6939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7AA7C9-0767-5434-2730-15E0C09638DF}"/>
              </a:ext>
            </a:extLst>
          </p:cNvPr>
          <p:cNvSpPr txBox="1"/>
          <p:nvPr/>
        </p:nvSpPr>
        <p:spPr>
          <a:xfrm>
            <a:off x="471157" y="2260043"/>
            <a:ext cx="2705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ko-KR" altLang="en-US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도커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이미지 다운로드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96F730-A462-AB3B-67FE-FF0BC348ED00}"/>
              </a:ext>
            </a:extLst>
          </p:cNvPr>
          <p:cNvSpPr txBox="1"/>
          <p:nvPr/>
        </p:nvSpPr>
        <p:spPr>
          <a:xfrm>
            <a:off x="951245" y="2782669"/>
            <a:ext cx="45553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전문 데이터 이미지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en-US" altLang="ko-KR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nia_essential.tar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필수 데이터 이미지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nia_professional.tar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C3A3AF-0C69-EB08-F971-A225EA5AC827}"/>
              </a:ext>
            </a:extLst>
          </p:cNvPr>
          <p:cNvSpPr txBox="1"/>
          <p:nvPr/>
        </p:nvSpPr>
        <p:spPr>
          <a:xfrm>
            <a:off x="534519" y="3936051"/>
            <a:ext cx="3331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(optional) </a:t>
            </a:r>
            <a:r>
              <a:rPr lang="ko-KR" altLang="en-US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도커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설치 및 구동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CD834A-81F5-3CD0-A63C-DFBD9AAB9F6C}"/>
              </a:ext>
            </a:extLst>
          </p:cNvPr>
          <p:cNvSpPr txBox="1"/>
          <p:nvPr/>
        </p:nvSpPr>
        <p:spPr>
          <a:xfrm>
            <a:off x="727088" y="4422244"/>
            <a:ext cx="10468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도커</a:t>
            </a:r>
            <a:r>
              <a:rPr lang="en-US" altLang="ko-KR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en-US" altLang="ko-KR" sz="16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3"/>
              </a:rPr>
              <a:t>https://docs.docker.com/engine/install</a:t>
            </a:r>
            <a:endParaRPr lang="en-US" altLang="ko-KR" dirty="0">
              <a:solidFill>
                <a:srgbClr val="333333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Nvidia </a:t>
            </a:r>
            <a:r>
              <a:rPr lang="ko-KR" altLang="en-US" dirty="0" err="1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도커</a:t>
            </a:r>
            <a:r>
              <a:rPr lang="en-US" altLang="ko-KR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en-US" altLang="ko-KR" sz="16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4"/>
              </a:rPr>
              <a:t>https://docs.nvidia.com/datacenter/cloud-native/container-toolkit/latest/install-guide.html</a:t>
            </a:r>
            <a:endParaRPr lang="en-US" altLang="ko-KR" sz="1600" dirty="0">
              <a:solidFill>
                <a:srgbClr val="333333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8046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64CF3-0DE0-6F4F-907D-D1FD69FFF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641E11ED-9A2E-6E73-B3B6-61F7596D904A}"/>
              </a:ext>
            </a:extLst>
          </p:cNvPr>
          <p:cNvSpPr/>
          <p:nvPr/>
        </p:nvSpPr>
        <p:spPr>
          <a:xfrm>
            <a:off x="0" y="1007099"/>
            <a:ext cx="12192000" cy="2501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3A32E75-1425-9656-53F4-363824A948A9}"/>
              </a:ext>
            </a:extLst>
          </p:cNvPr>
          <p:cNvSpPr/>
          <p:nvPr/>
        </p:nvSpPr>
        <p:spPr>
          <a:xfrm>
            <a:off x="0" y="6528546"/>
            <a:ext cx="12192000" cy="32945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B8CC27E-CDED-BF51-9F55-1301EAA4E325}"/>
              </a:ext>
            </a:extLst>
          </p:cNvPr>
          <p:cNvCxnSpPr>
            <a:cxnSpLocks/>
          </p:cNvCxnSpPr>
          <p:nvPr/>
        </p:nvCxnSpPr>
        <p:spPr>
          <a:xfrm>
            <a:off x="0" y="6411684"/>
            <a:ext cx="121920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E240DD9-276A-CDCB-372F-5B9241159792}"/>
              </a:ext>
            </a:extLst>
          </p:cNvPr>
          <p:cNvSpPr/>
          <p:nvPr/>
        </p:nvSpPr>
        <p:spPr>
          <a:xfrm>
            <a:off x="228599" y="204421"/>
            <a:ext cx="611842" cy="6118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 sz="2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541418-963E-5AF6-FC55-DE72564FAFF8}"/>
              </a:ext>
            </a:extLst>
          </p:cNvPr>
          <p:cNvSpPr txBox="1"/>
          <p:nvPr/>
        </p:nvSpPr>
        <p:spPr>
          <a:xfrm>
            <a:off x="951245" y="248732"/>
            <a:ext cx="22653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도커</a:t>
            </a:r>
            <a:r>
              <a:rPr lang="en-US" altLang="ko-KR" sz="28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8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구동 방법</a:t>
            </a:r>
          </a:p>
        </p:txBody>
      </p:sp>
      <p:grpSp>
        <p:nvGrpSpPr>
          <p:cNvPr id="3" name="Google Shape;98;g24bb4d847d9_0_1">
            <a:extLst>
              <a:ext uri="{FF2B5EF4-FFF2-40B4-BE49-F238E27FC236}">
                <a16:creationId xmlns:a16="http://schemas.microsoft.com/office/drawing/2014/main" id="{D74B2BE1-60C6-D860-54AF-D73F73D57C74}"/>
              </a:ext>
            </a:extLst>
          </p:cNvPr>
          <p:cNvGrpSpPr/>
          <p:nvPr/>
        </p:nvGrpSpPr>
        <p:grpSpPr>
          <a:xfrm>
            <a:off x="588308" y="1546233"/>
            <a:ext cx="3445810" cy="369291"/>
            <a:chOff x="726606" y="1811635"/>
            <a:chExt cx="2659227" cy="369291"/>
          </a:xfrm>
        </p:grpSpPr>
        <p:sp>
          <p:nvSpPr>
            <p:cNvPr id="4" name="Google Shape;99;g24bb4d847d9_0_1">
              <a:extLst>
                <a:ext uri="{FF2B5EF4-FFF2-40B4-BE49-F238E27FC236}">
                  <a16:creationId xmlns:a16="http://schemas.microsoft.com/office/drawing/2014/main" id="{1241FDF8-A0C2-505E-7BC6-FC6D6E849D01}"/>
                </a:ext>
              </a:extLst>
            </p:cNvPr>
            <p:cNvSpPr txBox="1"/>
            <p:nvPr/>
          </p:nvSpPr>
          <p:spPr>
            <a:xfrm>
              <a:off x="870842" y="1811635"/>
              <a:ext cx="2514991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altLang="en-US" b="1" dirty="0" err="1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도커</a:t>
              </a:r>
              <a:r>
                <a:rPr lang="ko-KR" altLang="en-US" b="1" dirty="0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이미지 다운로드</a:t>
              </a:r>
              <a:r>
                <a:rPr lang="en-US" altLang="ko-KR" b="1" dirty="0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lang="ko-KR" altLang="en-US" b="1" dirty="0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로드</a:t>
              </a:r>
              <a:endParaRPr b="1" i="0" u="none" strike="noStrike" cap="none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5" name="Google Shape;100;g24bb4d847d9_0_1">
              <a:extLst>
                <a:ext uri="{FF2B5EF4-FFF2-40B4-BE49-F238E27FC236}">
                  <a16:creationId xmlns:a16="http://schemas.microsoft.com/office/drawing/2014/main" id="{1549DF57-323E-8EEF-7C9C-907B3CBBE88A}"/>
                </a:ext>
              </a:extLst>
            </p:cNvPr>
            <p:cNvSpPr/>
            <p:nvPr/>
          </p:nvSpPr>
          <p:spPr>
            <a:xfrm>
              <a:off x="726606" y="1924466"/>
              <a:ext cx="107100" cy="112800"/>
            </a:xfrm>
            <a:prstGeom prst="bevel">
              <a:avLst>
                <a:gd name="adj" fmla="val 12500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000" b="0" i="0" u="none" strike="noStrike" cap="none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F511AC3-6FB0-3BA2-D02B-917680F977C3}"/>
              </a:ext>
            </a:extLst>
          </p:cNvPr>
          <p:cNvSpPr txBox="1"/>
          <p:nvPr/>
        </p:nvSpPr>
        <p:spPr>
          <a:xfrm>
            <a:off x="511501" y="2268890"/>
            <a:ext cx="2705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ko-KR" altLang="en-US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도커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이미지 로드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3432A3-BBE4-6D9D-8FCA-E9F0D59B7070}"/>
              </a:ext>
            </a:extLst>
          </p:cNvPr>
          <p:cNvSpPr txBox="1"/>
          <p:nvPr/>
        </p:nvSpPr>
        <p:spPr>
          <a:xfrm>
            <a:off x="951245" y="2691027"/>
            <a:ext cx="6295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전문 데이터 이미지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en-US" altLang="ko-KR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docker load &lt; nia_essential.tar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필수 데이터 이미지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en-US" altLang="ko-KR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docker load &lt; nia_professional.tar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90F7FE2-AC8E-A456-750E-467E56554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651" y="4114111"/>
            <a:ext cx="7200802" cy="480054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C7C9F1D7-A80D-DB0E-BDE4-48BBAB579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651" y="4820285"/>
            <a:ext cx="6782875" cy="91789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10758EA-3351-2DDB-0682-77A3FF41C39E}"/>
              </a:ext>
            </a:extLst>
          </p:cNvPr>
          <p:cNvSpPr txBox="1"/>
          <p:nvPr/>
        </p:nvSpPr>
        <p:spPr>
          <a:xfrm>
            <a:off x="951245" y="3674200"/>
            <a:ext cx="1484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출력 예시</a:t>
            </a:r>
            <a:endParaRPr lang="en-US" altLang="ko-KR" b="1" dirty="0">
              <a:solidFill>
                <a:srgbClr val="333333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1201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D8308-1D0A-93F4-CD90-FEDCD4FE6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5A67BD0E-C4A2-59B8-419A-45E701E2D17E}"/>
              </a:ext>
            </a:extLst>
          </p:cNvPr>
          <p:cNvSpPr/>
          <p:nvPr/>
        </p:nvSpPr>
        <p:spPr>
          <a:xfrm>
            <a:off x="0" y="1007099"/>
            <a:ext cx="12192000" cy="2501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7FFD46A-693C-CE13-F02B-AC8CDF8B73F2}"/>
              </a:ext>
            </a:extLst>
          </p:cNvPr>
          <p:cNvSpPr/>
          <p:nvPr/>
        </p:nvSpPr>
        <p:spPr>
          <a:xfrm>
            <a:off x="0" y="6528546"/>
            <a:ext cx="12192000" cy="32945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EAE10BA5-5E2C-4579-6E92-B047CA5F44F3}"/>
              </a:ext>
            </a:extLst>
          </p:cNvPr>
          <p:cNvCxnSpPr>
            <a:cxnSpLocks/>
          </p:cNvCxnSpPr>
          <p:nvPr/>
        </p:nvCxnSpPr>
        <p:spPr>
          <a:xfrm>
            <a:off x="0" y="6411684"/>
            <a:ext cx="121920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F8E1B0F-D1EE-FB1A-05E5-C1087FB25C0E}"/>
              </a:ext>
            </a:extLst>
          </p:cNvPr>
          <p:cNvSpPr/>
          <p:nvPr/>
        </p:nvSpPr>
        <p:spPr>
          <a:xfrm>
            <a:off x="228599" y="204421"/>
            <a:ext cx="611842" cy="6118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 sz="2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AF8696-4251-0867-19B5-3FFE7D974F39}"/>
              </a:ext>
            </a:extLst>
          </p:cNvPr>
          <p:cNvSpPr txBox="1"/>
          <p:nvPr/>
        </p:nvSpPr>
        <p:spPr>
          <a:xfrm>
            <a:off x="951245" y="248732"/>
            <a:ext cx="22653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도커</a:t>
            </a:r>
            <a:r>
              <a:rPr lang="en-US" altLang="ko-KR" sz="28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8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구동 방법</a:t>
            </a:r>
          </a:p>
        </p:txBody>
      </p:sp>
      <p:grpSp>
        <p:nvGrpSpPr>
          <p:cNvPr id="3" name="Google Shape;98;g24bb4d847d9_0_1">
            <a:extLst>
              <a:ext uri="{FF2B5EF4-FFF2-40B4-BE49-F238E27FC236}">
                <a16:creationId xmlns:a16="http://schemas.microsoft.com/office/drawing/2014/main" id="{1E23FE86-FA61-E13B-AE4F-B96749394C9F}"/>
              </a:ext>
            </a:extLst>
          </p:cNvPr>
          <p:cNvGrpSpPr/>
          <p:nvPr/>
        </p:nvGrpSpPr>
        <p:grpSpPr>
          <a:xfrm>
            <a:off x="588308" y="1546233"/>
            <a:ext cx="2743425" cy="369291"/>
            <a:chOff x="726606" y="1811635"/>
            <a:chExt cx="2117177" cy="369291"/>
          </a:xfrm>
        </p:grpSpPr>
        <p:sp>
          <p:nvSpPr>
            <p:cNvPr id="4" name="Google Shape;99;g24bb4d847d9_0_1">
              <a:extLst>
                <a:ext uri="{FF2B5EF4-FFF2-40B4-BE49-F238E27FC236}">
                  <a16:creationId xmlns:a16="http://schemas.microsoft.com/office/drawing/2014/main" id="{714C7543-68D2-117A-833B-36A82B213BE6}"/>
                </a:ext>
              </a:extLst>
            </p:cNvPr>
            <p:cNvSpPr txBox="1"/>
            <p:nvPr/>
          </p:nvSpPr>
          <p:spPr>
            <a:xfrm>
              <a:off x="870842" y="1811635"/>
              <a:ext cx="1972941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altLang="en-US" b="1" dirty="0" err="1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도커</a:t>
              </a:r>
              <a:r>
                <a:rPr lang="ko-KR" altLang="en-US" b="1" dirty="0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컨테이너 생성</a:t>
              </a:r>
              <a:endParaRPr b="1" i="0" u="none" strike="noStrike" cap="none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5" name="Google Shape;100;g24bb4d847d9_0_1">
              <a:extLst>
                <a:ext uri="{FF2B5EF4-FFF2-40B4-BE49-F238E27FC236}">
                  <a16:creationId xmlns:a16="http://schemas.microsoft.com/office/drawing/2014/main" id="{0720769D-46A5-2BAD-A5C2-6B629F67D58C}"/>
                </a:ext>
              </a:extLst>
            </p:cNvPr>
            <p:cNvSpPr/>
            <p:nvPr/>
          </p:nvSpPr>
          <p:spPr>
            <a:xfrm>
              <a:off x="726606" y="1924466"/>
              <a:ext cx="107100" cy="112800"/>
            </a:xfrm>
            <a:prstGeom prst="bevel">
              <a:avLst>
                <a:gd name="adj" fmla="val 12500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000" b="0" i="0" u="none" strike="noStrike" cap="none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1722D62-D5D5-2B7C-151A-47B4653D4092}"/>
              </a:ext>
            </a:extLst>
          </p:cNvPr>
          <p:cNvSpPr txBox="1"/>
          <p:nvPr/>
        </p:nvSpPr>
        <p:spPr>
          <a:xfrm>
            <a:off x="494177" y="2194603"/>
            <a:ext cx="10687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전문 데이터 모델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en-US" altLang="ko-KR" i="0" dirty="0">
                <a:solidFill>
                  <a:srgbClr val="333333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docker run --</a:t>
            </a:r>
            <a:r>
              <a:rPr lang="en-US" altLang="ko-KR" i="0" dirty="0" err="1">
                <a:solidFill>
                  <a:srgbClr val="333333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gpus</a:t>
            </a:r>
            <a:r>
              <a:rPr lang="en-US" altLang="ko-KR" i="0" dirty="0">
                <a:solidFill>
                  <a:srgbClr val="333333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all -it --name </a:t>
            </a:r>
            <a:r>
              <a:rPr lang="en-US" altLang="ko-KR" dirty="0" err="1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nia_essential</a:t>
            </a:r>
            <a:r>
              <a:rPr lang="en-US" altLang="ko-KR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dirty="0" err="1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nia_essential:final</a:t>
            </a:r>
            <a:r>
              <a:rPr lang="en-US" altLang="ko-KR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/bin/bash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필수 데이터 모델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en-US" altLang="ko-KR" i="0" dirty="0">
                <a:solidFill>
                  <a:srgbClr val="333333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docker run --</a:t>
            </a:r>
            <a:r>
              <a:rPr lang="en-US" altLang="ko-KR" i="0" dirty="0" err="1">
                <a:solidFill>
                  <a:srgbClr val="333333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gpus</a:t>
            </a:r>
            <a:r>
              <a:rPr lang="en-US" altLang="ko-KR" i="0" dirty="0">
                <a:solidFill>
                  <a:srgbClr val="333333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all -it --name </a:t>
            </a:r>
            <a:r>
              <a:rPr lang="en-US" altLang="ko-KR" dirty="0" err="1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nia_professional</a:t>
            </a:r>
            <a:r>
              <a:rPr lang="en-US" altLang="ko-KR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dirty="0" err="1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nia_professional</a:t>
            </a:r>
            <a:r>
              <a:rPr lang="en-US" altLang="ko-KR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:final </a:t>
            </a:r>
            <a:r>
              <a:rPr lang="en-US" altLang="ko-KR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/bin/bash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61989A-7765-BA41-0C6F-FFA613C7034C}"/>
              </a:ext>
            </a:extLst>
          </p:cNvPr>
          <p:cNvSpPr txBox="1"/>
          <p:nvPr/>
        </p:nvSpPr>
        <p:spPr>
          <a:xfrm>
            <a:off x="549402" y="3778239"/>
            <a:ext cx="1504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출력 예시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10A8E07-C94D-655D-84D7-4D0CD73B9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088" y="4341480"/>
            <a:ext cx="11187426" cy="46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661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97A6C-7F66-844E-EE6E-FD369D8EA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05327B97-0BAD-96D6-BBD9-CC12A0B581CF}"/>
              </a:ext>
            </a:extLst>
          </p:cNvPr>
          <p:cNvSpPr/>
          <p:nvPr/>
        </p:nvSpPr>
        <p:spPr>
          <a:xfrm>
            <a:off x="0" y="1007099"/>
            <a:ext cx="12192000" cy="2501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30A928E-F781-6089-3076-0395AC08123A}"/>
              </a:ext>
            </a:extLst>
          </p:cNvPr>
          <p:cNvSpPr/>
          <p:nvPr/>
        </p:nvSpPr>
        <p:spPr>
          <a:xfrm>
            <a:off x="0" y="6528546"/>
            <a:ext cx="12192000" cy="32945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A3B163F-0E84-579D-95EC-BBA8537A97E3}"/>
              </a:ext>
            </a:extLst>
          </p:cNvPr>
          <p:cNvCxnSpPr>
            <a:cxnSpLocks/>
          </p:cNvCxnSpPr>
          <p:nvPr/>
        </p:nvCxnSpPr>
        <p:spPr>
          <a:xfrm>
            <a:off x="53788" y="6405624"/>
            <a:ext cx="121920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82D6B79-4B1F-CC8A-9CAF-0CA05BB8C9A9}"/>
              </a:ext>
            </a:extLst>
          </p:cNvPr>
          <p:cNvSpPr/>
          <p:nvPr/>
        </p:nvSpPr>
        <p:spPr>
          <a:xfrm>
            <a:off x="228599" y="204421"/>
            <a:ext cx="611842" cy="6118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endParaRPr lang="ko-KR" altLang="en-US" sz="2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47C7F0-581B-A26A-48AC-2E30106784F2}"/>
              </a:ext>
            </a:extLst>
          </p:cNvPr>
          <p:cNvSpPr txBox="1"/>
          <p:nvPr/>
        </p:nvSpPr>
        <p:spPr>
          <a:xfrm>
            <a:off x="951245" y="248732"/>
            <a:ext cx="1511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환경 설정</a:t>
            </a:r>
          </a:p>
        </p:txBody>
      </p:sp>
      <p:grpSp>
        <p:nvGrpSpPr>
          <p:cNvPr id="3" name="Google Shape;98;g24bb4d847d9_0_1">
            <a:extLst>
              <a:ext uri="{FF2B5EF4-FFF2-40B4-BE49-F238E27FC236}">
                <a16:creationId xmlns:a16="http://schemas.microsoft.com/office/drawing/2014/main" id="{3B4153AD-C25E-FF36-9B60-F21236474712}"/>
              </a:ext>
            </a:extLst>
          </p:cNvPr>
          <p:cNvGrpSpPr/>
          <p:nvPr/>
        </p:nvGrpSpPr>
        <p:grpSpPr>
          <a:xfrm>
            <a:off x="588308" y="1546233"/>
            <a:ext cx="2743425" cy="369291"/>
            <a:chOff x="726606" y="1811635"/>
            <a:chExt cx="2117177" cy="369291"/>
          </a:xfrm>
        </p:grpSpPr>
        <p:sp>
          <p:nvSpPr>
            <p:cNvPr id="4" name="Google Shape;99;g24bb4d847d9_0_1">
              <a:extLst>
                <a:ext uri="{FF2B5EF4-FFF2-40B4-BE49-F238E27FC236}">
                  <a16:creationId xmlns:a16="http://schemas.microsoft.com/office/drawing/2014/main" id="{B20EE601-A7EB-AB9A-C682-86F6ACFCEEE6}"/>
                </a:ext>
              </a:extLst>
            </p:cNvPr>
            <p:cNvSpPr txBox="1"/>
            <p:nvPr/>
          </p:nvSpPr>
          <p:spPr>
            <a:xfrm>
              <a:off x="870842" y="1811635"/>
              <a:ext cx="1972941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b="1" i="0" u="none" strike="noStrike" cap="none" dirty="0" err="1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Conda</a:t>
              </a:r>
              <a:r>
                <a:rPr lang="en-US" b="1" i="0" u="none" strike="noStrike" cap="none" dirty="0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 </a:t>
              </a:r>
              <a:r>
                <a:rPr lang="ko-KR" altLang="en-US" b="1" i="0" u="none" strike="noStrike" cap="none" dirty="0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환경 설정</a:t>
              </a:r>
              <a:endParaRPr b="1" i="0" u="none" strike="noStrike" cap="none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5" name="Google Shape;100;g24bb4d847d9_0_1">
              <a:extLst>
                <a:ext uri="{FF2B5EF4-FFF2-40B4-BE49-F238E27FC236}">
                  <a16:creationId xmlns:a16="http://schemas.microsoft.com/office/drawing/2014/main" id="{F38D9DC6-7097-42FF-BBDB-306CEE6F7585}"/>
                </a:ext>
              </a:extLst>
            </p:cNvPr>
            <p:cNvSpPr/>
            <p:nvPr/>
          </p:nvSpPr>
          <p:spPr>
            <a:xfrm>
              <a:off x="726606" y="1924466"/>
              <a:ext cx="107100" cy="112800"/>
            </a:xfrm>
            <a:prstGeom prst="bevel">
              <a:avLst>
                <a:gd name="adj" fmla="val 12500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000" b="0" i="0" u="none" strike="noStrike" cap="none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758A54F-B5C8-7E3C-5A44-DCD59D1FF813}"/>
              </a:ext>
            </a:extLst>
          </p:cNvPr>
          <p:cNvSpPr txBox="1"/>
          <p:nvPr/>
        </p:nvSpPr>
        <p:spPr>
          <a:xfrm>
            <a:off x="2905685" y="2363110"/>
            <a:ext cx="71392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cd workspace</a:t>
            </a:r>
          </a:p>
          <a:p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conda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env create -f 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nia_env.yaml</a:t>
            </a:r>
            <a:b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conda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activate 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nia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cd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nia_essential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#(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필수 데이터 모델의 경우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cd 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nia_professional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0EDAA-8E4F-46D5-FBDB-0B533C8D180B}"/>
              </a:ext>
            </a:extLst>
          </p:cNvPr>
          <p:cNvSpPr txBox="1"/>
          <p:nvPr/>
        </p:nvSpPr>
        <p:spPr>
          <a:xfrm>
            <a:off x="534520" y="2555658"/>
            <a:ext cx="18144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명령어</a:t>
            </a:r>
            <a:b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차례대로 입력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6D2DC1B-A3AE-A2C5-2B84-4A7983CAA43D}"/>
              </a:ext>
            </a:extLst>
          </p:cNvPr>
          <p:cNvSpPr/>
          <p:nvPr/>
        </p:nvSpPr>
        <p:spPr>
          <a:xfrm>
            <a:off x="2709583" y="2204460"/>
            <a:ext cx="8572500" cy="14934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84139F-B87F-F8CB-6B21-00350C8C69C2}"/>
              </a:ext>
            </a:extLst>
          </p:cNvPr>
          <p:cNvSpPr txBox="1"/>
          <p:nvPr/>
        </p:nvSpPr>
        <p:spPr>
          <a:xfrm>
            <a:off x="534520" y="4315683"/>
            <a:ext cx="1814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구동 화면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0C5EF8C-1662-4406-187B-605D842A5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583" y="3964980"/>
            <a:ext cx="5067337" cy="212409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E973C81-9469-2499-BBC5-C0C0CAEF7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528" y="3964980"/>
            <a:ext cx="4018166" cy="208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083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25936-4B12-8A98-AC51-47E7F4510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D4A9214F-5CA1-AB8B-6788-57E57804FA16}"/>
              </a:ext>
            </a:extLst>
          </p:cNvPr>
          <p:cNvSpPr/>
          <p:nvPr/>
        </p:nvSpPr>
        <p:spPr>
          <a:xfrm>
            <a:off x="0" y="1007099"/>
            <a:ext cx="12192000" cy="2501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45C403D-CCE1-5AE3-5F31-81DBF6CD99C6}"/>
              </a:ext>
            </a:extLst>
          </p:cNvPr>
          <p:cNvSpPr/>
          <p:nvPr/>
        </p:nvSpPr>
        <p:spPr>
          <a:xfrm>
            <a:off x="0" y="6528546"/>
            <a:ext cx="12192000" cy="32945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C0A24A7-83A1-85F3-58CC-61486C6E0441}"/>
              </a:ext>
            </a:extLst>
          </p:cNvPr>
          <p:cNvCxnSpPr>
            <a:cxnSpLocks/>
          </p:cNvCxnSpPr>
          <p:nvPr/>
        </p:nvCxnSpPr>
        <p:spPr>
          <a:xfrm>
            <a:off x="0" y="6411684"/>
            <a:ext cx="121920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9834FD-A63D-4415-4C20-D0C3652579E7}"/>
              </a:ext>
            </a:extLst>
          </p:cNvPr>
          <p:cNvSpPr/>
          <p:nvPr/>
        </p:nvSpPr>
        <p:spPr>
          <a:xfrm>
            <a:off x="228599" y="204421"/>
            <a:ext cx="611842" cy="6118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endParaRPr lang="ko-KR" altLang="en-US" sz="2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EAEC77-E5AD-B329-AB25-3884F21C1C5B}"/>
              </a:ext>
            </a:extLst>
          </p:cNvPr>
          <p:cNvSpPr txBox="1"/>
          <p:nvPr/>
        </p:nvSpPr>
        <p:spPr>
          <a:xfrm>
            <a:off x="951245" y="248732"/>
            <a:ext cx="1511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환경 설정</a:t>
            </a:r>
          </a:p>
        </p:txBody>
      </p:sp>
      <p:grpSp>
        <p:nvGrpSpPr>
          <p:cNvPr id="3" name="Google Shape;98;g24bb4d847d9_0_1">
            <a:extLst>
              <a:ext uri="{FF2B5EF4-FFF2-40B4-BE49-F238E27FC236}">
                <a16:creationId xmlns:a16="http://schemas.microsoft.com/office/drawing/2014/main" id="{A6EE5CA7-30E2-EB69-C96C-7BC42BD4490F}"/>
              </a:ext>
            </a:extLst>
          </p:cNvPr>
          <p:cNvGrpSpPr/>
          <p:nvPr/>
        </p:nvGrpSpPr>
        <p:grpSpPr>
          <a:xfrm>
            <a:off x="588308" y="1546233"/>
            <a:ext cx="2743425" cy="369291"/>
            <a:chOff x="726606" y="1811635"/>
            <a:chExt cx="2117177" cy="369291"/>
          </a:xfrm>
        </p:grpSpPr>
        <p:sp>
          <p:nvSpPr>
            <p:cNvPr id="4" name="Google Shape;99;g24bb4d847d9_0_1">
              <a:extLst>
                <a:ext uri="{FF2B5EF4-FFF2-40B4-BE49-F238E27FC236}">
                  <a16:creationId xmlns:a16="http://schemas.microsoft.com/office/drawing/2014/main" id="{0C41013B-1383-E541-693E-AAF4F1D8080D}"/>
                </a:ext>
              </a:extLst>
            </p:cNvPr>
            <p:cNvSpPr txBox="1"/>
            <p:nvPr/>
          </p:nvSpPr>
          <p:spPr>
            <a:xfrm>
              <a:off x="870842" y="1811635"/>
              <a:ext cx="1972941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b="1" i="0" u="none" strike="noStrike" cap="none" dirty="0" err="1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Conda</a:t>
              </a:r>
              <a:r>
                <a:rPr lang="en-US" b="1" i="0" u="none" strike="noStrike" cap="none" dirty="0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 </a:t>
              </a:r>
              <a:r>
                <a:rPr lang="ko-KR" altLang="en-US" b="1" i="0" u="none" strike="noStrike" cap="none" dirty="0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환경 설정</a:t>
              </a:r>
              <a:endParaRPr b="1" i="0" u="none" strike="noStrike" cap="none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5" name="Google Shape;100;g24bb4d847d9_0_1">
              <a:extLst>
                <a:ext uri="{FF2B5EF4-FFF2-40B4-BE49-F238E27FC236}">
                  <a16:creationId xmlns:a16="http://schemas.microsoft.com/office/drawing/2014/main" id="{C97F7058-8725-0280-F526-63FE02072FED}"/>
                </a:ext>
              </a:extLst>
            </p:cNvPr>
            <p:cNvSpPr/>
            <p:nvPr/>
          </p:nvSpPr>
          <p:spPr>
            <a:xfrm>
              <a:off x="726606" y="1924466"/>
              <a:ext cx="107100" cy="112800"/>
            </a:xfrm>
            <a:prstGeom prst="bevel">
              <a:avLst>
                <a:gd name="adj" fmla="val 12500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000" b="0" i="0" u="none" strike="noStrike" cap="none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7B12FA8-334C-98AC-711A-8D84EDFE6712}"/>
              </a:ext>
            </a:extLst>
          </p:cNvPr>
          <p:cNvSpPr txBox="1"/>
          <p:nvPr/>
        </p:nvSpPr>
        <p:spPr>
          <a:xfrm>
            <a:off x="239064" y="2173630"/>
            <a:ext cx="1814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* 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오류 케이스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27E124-ED72-0B41-DC9B-D49C3AB25694}"/>
              </a:ext>
            </a:extLst>
          </p:cNvPr>
          <p:cNvSpPr txBox="1"/>
          <p:nvPr/>
        </p:nvSpPr>
        <p:spPr>
          <a:xfrm>
            <a:off x="534520" y="2709224"/>
            <a:ext cx="106164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1) </a:t>
            </a:r>
            <a:r>
              <a:rPr lang="en-US" altLang="ko-KR" dirty="0" err="1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conda</a:t>
            </a:r>
            <a:r>
              <a:rPr lang="ko-KR" altLang="en-US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env</a:t>
            </a:r>
            <a:r>
              <a:rPr lang="ko-KR" altLang="en-US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</a:t>
            </a:r>
            <a:r>
              <a:rPr lang="en-US" altLang="ko-KR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activate </a:t>
            </a:r>
            <a:r>
              <a:rPr lang="ko-KR" altLang="en-US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되어 있지 않은 경우</a:t>
            </a:r>
            <a:r>
              <a:rPr lang="en-US" altLang="ko-KR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</a:t>
            </a:r>
            <a:r>
              <a:rPr lang="ko-KR" altLang="en-US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endParaRPr lang="en-US" altLang="ko-KR" sz="1800" dirty="0">
              <a:solidFill>
                <a:srgbClr val="333333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84D54A6-F990-DAA3-D26F-C9045E200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994" y="2762525"/>
            <a:ext cx="3320472" cy="28547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3EAB7F0-39CA-1B23-C228-1EE843EFB764}"/>
              </a:ext>
            </a:extLst>
          </p:cNvPr>
          <p:cNvSpPr txBox="1"/>
          <p:nvPr/>
        </p:nvSpPr>
        <p:spPr>
          <a:xfrm>
            <a:off x="5166359" y="3280493"/>
            <a:ext cx="4118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/root/miniconda3/bin/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conda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init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B7C714-DCA2-31AC-881A-B2DF7573E52A}"/>
              </a:ext>
            </a:extLst>
          </p:cNvPr>
          <p:cNvSpPr txBox="1"/>
          <p:nvPr/>
        </p:nvSpPr>
        <p:spPr>
          <a:xfrm>
            <a:off x="811576" y="3289934"/>
            <a:ext cx="43547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다음을 입력하여 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conda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환경 활성화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5D0C53-E8C0-29B2-D867-B7953681E95C}"/>
              </a:ext>
            </a:extLst>
          </p:cNvPr>
          <p:cNvSpPr txBox="1"/>
          <p:nvPr/>
        </p:nvSpPr>
        <p:spPr>
          <a:xfrm>
            <a:off x="1523518" y="3735748"/>
            <a:ext cx="24436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터미널 재시작</a:t>
            </a:r>
            <a:endParaRPr lang="ko-KR" altLang="en-US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25E1F24C-2A05-6F96-C7DB-324D1A1FE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894" y="4424204"/>
            <a:ext cx="6066836" cy="320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99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0092B-54D2-65B9-72A8-0EFE8E3CC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FCCAD51E-67D3-20AF-FC25-4BAF9A7A246C}"/>
              </a:ext>
            </a:extLst>
          </p:cNvPr>
          <p:cNvSpPr/>
          <p:nvPr/>
        </p:nvSpPr>
        <p:spPr>
          <a:xfrm>
            <a:off x="0" y="1007099"/>
            <a:ext cx="12192000" cy="2501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1F63721-76BD-55D0-44D0-FBAB0502DABB}"/>
              </a:ext>
            </a:extLst>
          </p:cNvPr>
          <p:cNvSpPr/>
          <p:nvPr/>
        </p:nvSpPr>
        <p:spPr>
          <a:xfrm>
            <a:off x="0" y="6528546"/>
            <a:ext cx="12192000" cy="32945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3B5C5D7-98DD-6C30-3993-360FFF16947C}"/>
              </a:ext>
            </a:extLst>
          </p:cNvPr>
          <p:cNvCxnSpPr>
            <a:cxnSpLocks/>
          </p:cNvCxnSpPr>
          <p:nvPr/>
        </p:nvCxnSpPr>
        <p:spPr>
          <a:xfrm>
            <a:off x="0" y="6411684"/>
            <a:ext cx="121920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6ED7484-FBA3-E720-B294-35300AA6C83C}"/>
              </a:ext>
            </a:extLst>
          </p:cNvPr>
          <p:cNvSpPr/>
          <p:nvPr/>
        </p:nvSpPr>
        <p:spPr>
          <a:xfrm>
            <a:off x="228599" y="204421"/>
            <a:ext cx="611842" cy="6118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endParaRPr lang="ko-KR" altLang="en-US" sz="2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1C9D0C-5A74-7616-6DFC-F72F972E98B8}"/>
              </a:ext>
            </a:extLst>
          </p:cNvPr>
          <p:cNvSpPr txBox="1"/>
          <p:nvPr/>
        </p:nvSpPr>
        <p:spPr>
          <a:xfrm>
            <a:off x="951245" y="248732"/>
            <a:ext cx="1511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환경 설정</a:t>
            </a:r>
          </a:p>
        </p:txBody>
      </p:sp>
      <p:grpSp>
        <p:nvGrpSpPr>
          <p:cNvPr id="3" name="Google Shape;98;g24bb4d847d9_0_1">
            <a:extLst>
              <a:ext uri="{FF2B5EF4-FFF2-40B4-BE49-F238E27FC236}">
                <a16:creationId xmlns:a16="http://schemas.microsoft.com/office/drawing/2014/main" id="{383DF106-00B0-EBAB-3FCB-F1B02C4FF595}"/>
              </a:ext>
            </a:extLst>
          </p:cNvPr>
          <p:cNvGrpSpPr/>
          <p:nvPr/>
        </p:nvGrpSpPr>
        <p:grpSpPr>
          <a:xfrm>
            <a:off x="588308" y="1546233"/>
            <a:ext cx="2743425" cy="369291"/>
            <a:chOff x="726606" y="1811635"/>
            <a:chExt cx="2117177" cy="369291"/>
          </a:xfrm>
        </p:grpSpPr>
        <p:sp>
          <p:nvSpPr>
            <p:cNvPr id="4" name="Google Shape;99;g24bb4d847d9_0_1">
              <a:extLst>
                <a:ext uri="{FF2B5EF4-FFF2-40B4-BE49-F238E27FC236}">
                  <a16:creationId xmlns:a16="http://schemas.microsoft.com/office/drawing/2014/main" id="{6AB73D64-375D-8708-A48E-BB71D969D166}"/>
                </a:ext>
              </a:extLst>
            </p:cNvPr>
            <p:cNvSpPr txBox="1"/>
            <p:nvPr/>
          </p:nvSpPr>
          <p:spPr>
            <a:xfrm>
              <a:off x="870842" y="1811635"/>
              <a:ext cx="1972941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b="1" i="0" u="none" strike="noStrike" cap="none" dirty="0" err="1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Conda</a:t>
              </a:r>
              <a:r>
                <a:rPr lang="en-US" b="1" i="0" u="none" strike="noStrike" cap="none" dirty="0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 </a:t>
              </a:r>
              <a:r>
                <a:rPr lang="ko-KR" altLang="en-US" b="1" i="0" u="none" strike="noStrike" cap="none" dirty="0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환경 설정</a:t>
              </a:r>
              <a:endParaRPr b="1" i="0" u="none" strike="noStrike" cap="none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5" name="Google Shape;100;g24bb4d847d9_0_1">
              <a:extLst>
                <a:ext uri="{FF2B5EF4-FFF2-40B4-BE49-F238E27FC236}">
                  <a16:creationId xmlns:a16="http://schemas.microsoft.com/office/drawing/2014/main" id="{43D22FFD-75C3-8792-63A4-8CEEA76EBAB0}"/>
                </a:ext>
              </a:extLst>
            </p:cNvPr>
            <p:cNvSpPr/>
            <p:nvPr/>
          </p:nvSpPr>
          <p:spPr>
            <a:xfrm>
              <a:off x="726606" y="1924466"/>
              <a:ext cx="107100" cy="112800"/>
            </a:xfrm>
            <a:prstGeom prst="bevel">
              <a:avLst>
                <a:gd name="adj" fmla="val 12500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000" b="0" i="0" u="none" strike="noStrike" cap="none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277E318-AF8B-0DDB-57EC-632786F630C6}"/>
              </a:ext>
            </a:extLst>
          </p:cNvPr>
          <p:cNvSpPr txBox="1"/>
          <p:nvPr/>
        </p:nvSpPr>
        <p:spPr>
          <a:xfrm>
            <a:off x="239064" y="2173630"/>
            <a:ext cx="1814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* 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오류 케이스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9C940E-EC6C-6CDD-2D85-AA8E45EACCB7}"/>
              </a:ext>
            </a:extLst>
          </p:cNvPr>
          <p:cNvSpPr txBox="1"/>
          <p:nvPr/>
        </p:nvSpPr>
        <p:spPr>
          <a:xfrm>
            <a:off x="588308" y="2743112"/>
            <a:ext cx="106164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r>
              <a:rPr lang="en-US" altLang="ko-KR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</a:t>
            </a:r>
            <a:r>
              <a:rPr lang="en-US" altLang="ko-KR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GPU </a:t>
            </a:r>
            <a:r>
              <a:rPr lang="ko-KR" altLang="en-US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버전 오류 </a:t>
            </a:r>
            <a:r>
              <a:rPr lang="en-US" altLang="ko-KR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이전 버전의 </a:t>
            </a:r>
            <a:r>
              <a:rPr lang="en-US" altLang="ko-KR" dirty="0" err="1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gpu</a:t>
            </a:r>
            <a:r>
              <a:rPr lang="ko-KR" altLang="en-US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호환이 되지 않는 경우</a:t>
            </a:r>
            <a:r>
              <a:rPr lang="en-US" altLang="ko-KR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en-US" altLang="ko-KR" sz="1800" dirty="0">
              <a:solidFill>
                <a:srgbClr val="333333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0F0B82-4572-A972-0875-4146F078175B}"/>
              </a:ext>
            </a:extLst>
          </p:cNvPr>
          <p:cNvSpPr txBox="1"/>
          <p:nvPr/>
        </p:nvSpPr>
        <p:spPr>
          <a:xfrm>
            <a:off x="780875" y="3265606"/>
            <a:ext cx="7522683" cy="12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 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gpu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버전 확인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nvidia-smi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적합한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CUDA toolkit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설치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apt-get install -y 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cuda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-toolkit-&lt;version&gt;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적합한 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pytorch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버전 설치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pip install torch==&lt;version&gt;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8203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FDB38-FF1E-B854-6A27-82ED7B63A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8112969B-97C7-6F14-FF66-C938EFF4B755}"/>
              </a:ext>
            </a:extLst>
          </p:cNvPr>
          <p:cNvSpPr/>
          <p:nvPr/>
        </p:nvSpPr>
        <p:spPr>
          <a:xfrm>
            <a:off x="0" y="1007099"/>
            <a:ext cx="12192000" cy="2501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B87AD75-4DDC-A3E2-61AA-D69EA0DACA61}"/>
              </a:ext>
            </a:extLst>
          </p:cNvPr>
          <p:cNvSpPr/>
          <p:nvPr/>
        </p:nvSpPr>
        <p:spPr>
          <a:xfrm>
            <a:off x="0" y="6528546"/>
            <a:ext cx="12192000" cy="32945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222D9EA5-45FE-099A-A8E2-0321FC1621A1}"/>
              </a:ext>
            </a:extLst>
          </p:cNvPr>
          <p:cNvCxnSpPr>
            <a:cxnSpLocks/>
          </p:cNvCxnSpPr>
          <p:nvPr/>
        </p:nvCxnSpPr>
        <p:spPr>
          <a:xfrm>
            <a:off x="0" y="6411684"/>
            <a:ext cx="121920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4DA9231-7969-A738-8CF5-D560B508DA8B}"/>
              </a:ext>
            </a:extLst>
          </p:cNvPr>
          <p:cNvSpPr/>
          <p:nvPr/>
        </p:nvSpPr>
        <p:spPr>
          <a:xfrm>
            <a:off x="228599" y="204421"/>
            <a:ext cx="611842" cy="6118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endParaRPr lang="ko-KR" altLang="en-US" sz="2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0A00AC-880F-B677-C6E1-5A78E960059E}"/>
              </a:ext>
            </a:extLst>
          </p:cNvPr>
          <p:cNvSpPr txBox="1"/>
          <p:nvPr/>
        </p:nvSpPr>
        <p:spPr>
          <a:xfrm>
            <a:off x="951245" y="248732"/>
            <a:ext cx="2300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모델 실행 방법 </a:t>
            </a:r>
          </a:p>
        </p:txBody>
      </p:sp>
      <p:grpSp>
        <p:nvGrpSpPr>
          <p:cNvPr id="3" name="Google Shape;98;g24bb4d847d9_0_1">
            <a:extLst>
              <a:ext uri="{FF2B5EF4-FFF2-40B4-BE49-F238E27FC236}">
                <a16:creationId xmlns:a16="http://schemas.microsoft.com/office/drawing/2014/main" id="{4B3F180A-50E1-A74D-5970-3F6D763C769E}"/>
              </a:ext>
            </a:extLst>
          </p:cNvPr>
          <p:cNvGrpSpPr/>
          <p:nvPr/>
        </p:nvGrpSpPr>
        <p:grpSpPr>
          <a:xfrm>
            <a:off x="588308" y="1546233"/>
            <a:ext cx="2743425" cy="369291"/>
            <a:chOff x="726606" y="1811635"/>
            <a:chExt cx="2117177" cy="369291"/>
          </a:xfrm>
        </p:grpSpPr>
        <p:sp>
          <p:nvSpPr>
            <p:cNvPr id="4" name="Google Shape;99;g24bb4d847d9_0_1">
              <a:extLst>
                <a:ext uri="{FF2B5EF4-FFF2-40B4-BE49-F238E27FC236}">
                  <a16:creationId xmlns:a16="http://schemas.microsoft.com/office/drawing/2014/main" id="{B960E440-459A-76C0-919C-670CE51FD33C}"/>
                </a:ext>
              </a:extLst>
            </p:cNvPr>
            <p:cNvSpPr txBox="1"/>
            <p:nvPr/>
          </p:nvSpPr>
          <p:spPr>
            <a:xfrm>
              <a:off x="870842" y="1811635"/>
              <a:ext cx="1972941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altLang="ko-KR" b="1" dirty="0" err="1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KorMedMCQA</a:t>
              </a:r>
              <a:r>
                <a:rPr lang="en-US" altLang="ko-KR" b="1" dirty="0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b="1" dirty="0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테스트</a:t>
              </a:r>
              <a:endParaRPr b="1" i="0" u="none" strike="noStrike" cap="none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5" name="Google Shape;100;g24bb4d847d9_0_1">
              <a:extLst>
                <a:ext uri="{FF2B5EF4-FFF2-40B4-BE49-F238E27FC236}">
                  <a16:creationId xmlns:a16="http://schemas.microsoft.com/office/drawing/2014/main" id="{56018358-4641-659F-368B-275A7112C5A2}"/>
                </a:ext>
              </a:extLst>
            </p:cNvPr>
            <p:cNvSpPr/>
            <p:nvPr/>
          </p:nvSpPr>
          <p:spPr>
            <a:xfrm>
              <a:off x="726606" y="1924466"/>
              <a:ext cx="107100" cy="112800"/>
            </a:xfrm>
            <a:prstGeom prst="bevel">
              <a:avLst>
                <a:gd name="adj" fmla="val 12500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000" b="0" i="0" u="none" strike="noStrike" cap="none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CCF04583-3420-8F5A-2ABE-4E12140F6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98" y="2534359"/>
            <a:ext cx="7048810" cy="36090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FD4BFD-5DC3-5AF1-F046-CCF23BC5921D}"/>
              </a:ext>
            </a:extLst>
          </p:cNvPr>
          <p:cNvSpPr txBox="1"/>
          <p:nvPr/>
        </p:nvSpPr>
        <p:spPr>
          <a:xfrm>
            <a:off x="373534" y="2019793"/>
            <a:ext cx="6457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*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대상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241030_[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테스트용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KorMedMCQA_ver01 (2494).csv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2893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9193D-A74B-E3FC-ACAE-E391775CE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3AE29CEB-B053-0E45-9C0A-DB0622F8FBD6}"/>
              </a:ext>
            </a:extLst>
          </p:cNvPr>
          <p:cNvSpPr/>
          <p:nvPr/>
        </p:nvSpPr>
        <p:spPr>
          <a:xfrm>
            <a:off x="0" y="1007099"/>
            <a:ext cx="12192000" cy="2501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B768D0F-7F86-A583-A1E6-E1D83AF1B2CF}"/>
              </a:ext>
            </a:extLst>
          </p:cNvPr>
          <p:cNvSpPr/>
          <p:nvPr/>
        </p:nvSpPr>
        <p:spPr>
          <a:xfrm>
            <a:off x="0" y="6528546"/>
            <a:ext cx="12192000" cy="32945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744F6A9-028E-AA2F-DD0F-819C6966CD6E}"/>
              </a:ext>
            </a:extLst>
          </p:cNvPr>
          <p:cNvCxnSpPr>
            <a:cxnSpLocks/>
          </p:cNvCxnSpPr>
          <p:nvPr/>
        </p:nvCxnSpPr>
        <p:spPr>
          <a:xfrm>
            <a:off x="0" y="6411684"/>
            <a:ext cx="121920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4F149E4-ADE8-0A34-2584-AB521D0553B1}"/>
              </a:ext>
            </a:extLst>
          </p:cNvPr>
          <p:cNvSpPr/>
          <p:nvPr/>
        </p:nvSpPr>
        <p:spPr>
          <a:xfrm>
            <a:off x="228599" y="204421"/>
            <a:ext cx="611842" cy="6118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endParaRPr lang="ko-KR" altLang="en-US" sz="2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5D4E76-3308-3B22-A6A5-D060D8C7B5E1}"/>
              </a:ext>
            </a:extLst>
          </p:cNvPr>
          <p:cNvSpPr txBox="1"/>
          <p:nvPr/>
        </p:nvSpPr>
        <p:spPr>
          <a:xfrm>
            <a:off x="951245" y="248732"/>
            <a:ext cx="2300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모델 실행 방법 </a:t>
            </a:r>
          </a:p>
        </p:txBody>
      </p:sp>
      <p:grpSp>
        <p:nvGrpSpPr>
          <p:cNvPr id="3" name="Google Shape;98;g24bb4d847d9_0_1">
            <a:extLst>
              <a:ext uri="{FF2B5EF4-FFF2-40B4-BE49-F238E27FC236}">
                <a16:creationId xmlns:a16="http://schemas.microsoft.com/office/drawing/2014/main" id="{9322BF6B-A7CF-9728-FB8D-3770CBF64FEF}"/>
              </a:ext>
            </a:extLst>
          </p:cNvPr>
          <p:cNvGrpSpPr/>
          <p:nvPr/>
        </p:nvGrpSpPr>
        <p:grpSpPr>
          <a:xfrm>
            <a:off x="588308" y="1546233"/>
            <a:ext cx="2743425" cy="369291"/>
            <a:chOff x="726606" y="1811635"/>
            <a:chExt cx="2117177" cy="369291"/>
          </a:xfrm>
        </p:grpSpPr>
        <p:sp>
          <p:nvSpPr>
            <p:cNvPr id="4" name="Google Shape;99;g24bb4d847d9_0_1">
              <a:extLst>
                <a:ext uri="{FF2B5EF4-FFF2-40B4-BE49-F238E27FC236}">
                  <a16:creationId xmlns:a16="http://schemas.microsoft.com/office/drawing/2014/main" id="{11B972F5-1375-7D36-4D87-DB0ADDB04F69}"/>
                </a:ext>
              </a:extLst>
            </p:cNvPr>
            <p:cNvSpPr txBox="1"/>
            <p:nvPr/>
          </p:nvSpPr>
          <p:spPr>
            <a:xfrm>
              <a:off x="870842" y="1811635"/>
              <a:ext cx="1972941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altLang="ko-KR" b="1" dirty="0" err="1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KorMedMCQA</a:t>
              </a:r>
              <a:r>
                <a:rPr lang="en-US" altLang="ko-KR" b="1" dirty="0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b="1" dirty="0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테스트</a:t>
              </a:r>
              <a:endParaRPr b="1" i="0" u="none" strike="noStrike" cap="none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5" name="Google Shape;100;g24bb4d847d9_0_1">
              <a:extLst>
                <a:ext uri="{FF2B5EF4-FFF2-40B4-BE49-F238E27FC236}">
                  <a16:creationId xmlns:a16="http://schemas.microsoft.com/office/drawing/2014/main" id="{C97BC084-768C-84C9-9485-1E8759A94C7A}"/>
                </a:ext>
              </a:extLst>
            </p:cNvPr>
            <p:cNvSpPr/>
            <p:nvPr/>
          </p:nvSpPr>
          <p:spPr>
            <a:xfrm>
              <a:off x="726606" y="1924466"/>
              <a:ext cx="107100" cy="112800"/>
            </a:xfrm>
            <a:prstGeom prst="bevel">
              <a:avLst>
                <a:gd name="adj" fmla="val 12500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000" b="0" i="0" u="none" strike="noStrike" cap="none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277641B6-D86D-CB2B-EC1D-CDA8E50FB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6285" y="2207410"/>
            <a:ext cx="6050977" cy="13917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B69266-4004-1CD8-358E-955F1F1515C4}"/>
              </a:ext>
            </a:extLst>
          </p:cNvPr>
          <p:cNvSpPr txBox="1"/>
          <p:nvPr/>
        </p:nvSpPr>
        <p:spPr>
          <a:xfrm>
            <a:off x="347374" y="2212966"/>
            <a:ext cx="3412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python run_test.py 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실행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381CFA-5C4D-8DF6-C396-C988BBA665D7}"/>
              </a:ext>
            </a:extLst>
          </p:cNvPr>
          <p:cNvSpPr txBox="1"/>
          <p:nvPr/>
        </p:nvSpPr>
        <p:spPr>
          <a:xfrm>
            <a:off x="228599" y="4146410"/>
            <a:ext cx="2120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예시 출력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FDD091B-523E-AAD3-8829-F688D9EEA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603" y="4078490"/>
            <a:ext cx="8401111" cy="197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731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2D257-585F-0114-883B-BAD200C5E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EE6D8F51-3401-6346-E1A4-F7CF360F7B2C}"/>
              </a:ext>
            </a:extLst>
          </p:cNvPr>
          <p:cNvSpPr/>
          <p:nvPr/>
        </p:nvSpPr>
        <p:spPr>
          <a:xfrm>
            <a:off x="0" y="1007099"/>
            <a:ext cx="12192000" cy="2501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236E8AB-33F3-27A7-D3A6-4AB2D78B9EE3}"/>
              </a:ext>
            </a:extLst>
          </p:cNvPr>
          <p:cNvSpPr/>
          <p:nvPr/>
        </p:nvSpPr>
        <p:spPr>
          <a:xfrm>
            <a:off x="0" y="6528546"/>
            <a:ext cx="12192000" cy="32945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8157800E-7402-33B2-0853-CBA1B811D6F1}"/>
              </a:ext>
            </a:extLst>
          </p:cNvPr>
          <p:cNvCxnSpPr>
            <a:cxnSpLocks/>
          </p:cNvCxnSpPr>
          <p:nvPr/>
        </p:nvCxnSpPr>
        <p:spPr>
          <a:xfrm>
            <a:off x="0" y="6411684"/>
            <a:ext cx="121920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9F82FE3-9204-CFC6-3DA6-32C61E041098}"/>
              </a:ext>
            </a:extLst>
          </p:cNvPr>
          <p:cNvSpPr/>
          <p:nvPr/>
        </p:nvSpPr>
        <p:spPr>
          <a:xfrm>
            <a:off x="228599" y="204421"/>
            <a:ext cx="611842" cy="6118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endParaRPr lang="ko-KR" altLang="en-US" sz="2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0CC5E0-D58B-57BA-5F65-6F6BF20F24E6}"/>
              </a:ext>
            </a:extLst>
          </p:cNvPr>
          <p:cNvSpPr txBox="1"/>
          <p:nvPr/>
        </p:nvSpPr>
        <p:spPr>
          <a:xfrm>
            <a:off x="951245" y="248732"/>
            <a:ext cx="2300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모델 실행 방법 </a:t>
            </a:r>
          </a:p>
        </p:txBody>
      </p:sp>
      <p:grpSp>
        <p:nvGrpSpPr>
          <p:cNvPr id="3" name="Google Shape;98;g24bb4d847d9_0_1">
            <a:extLst>
              <a:ext uri="{FF2B5EF4-FFF2-40B4-BE49-F238E27FC236}">
                <a16:creationId xmlns:a16="http://schemas.microsoft.com/office/drawing/2014/main" id="{90EAD8F2-2932-FE51-88C1-83042C3982CE}"/>
              </a:ext>
            </a:extLst>
          </p:cNvPr>
          <p:cNvGrpSpPr/>
          <p:nvPr/>
        </p:nvGrpSpPr>
        <p:grpSpPr>
          <a:xfrm>
            <a:off x="588308" y="1546233"/>
            <a:ext cx="2743425" cy="369291"/>
            <a:chOff x="726606" y="1811635"/>
            <a:chExt cx="2117177" cy="369291"/>
          </a:xfrm>
        </p:grpSpPr>
        <p:sp>
          <p:nvSpPr>
            <p:cNvPr id="4" name="Google Shape;99;g24bb4d847d9_0_1">
              <a:extLst>
                <a:ext uri="{FF2B5EF4-FFF2-40B4-BE49-F238E27FC236}">
                  <a16:creationId xmlns:a16="http://schemas.microsoft.com/office/drawing/2014/main" id="{2267AD36-7A52-02A6-55C7-8D2AC833CDC1}"/>
                </a:ext>
              </a:extLst>
            </p:cNvPr>
            <p:cNvSpPr txBox="1"/>
            <p:nvPr/>
          </p:nvSpPr>
          <p:spPr>
            <a:xfrm>
              <a:off x="870842" y="1811635"/>
              <a:ext cx="1972941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altLang="ko-KR" b="1" dirty="0" err="1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KorMedMCQA</a:t>
              </a:r>
              <a:r>
                <a:rPr lang="en-US" altLang="ko-KR" b="1" dirty="0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b="1" dirty="0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테스트</a:t>
              </a:r>
              <a:endParaRPr b="1" i="0" u="none" strike="noStrike" cap="none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5" name="Google Shape;100;g24bb4d847d9_0_1">
              <a:extLst>
                <a:ext uri="{FF2B5EF4-FFF2-40B4-BE49-F238E27FC236}">
                  <a16:creationId xmlns:a16="http://schemas.microsoft.com/office/drawing/2014/main" id="{B00BF239-59ED-D804-65B8-3A4C531791A7}"/>
                </a:ext>
              </a:extLst>
            </p:cNvPr>
            <p:cNvSpPr/>
            <p:nvPr/>
          </p:nvSpPr>
          <p:spPr>
            <a:xfrm>
              <a:off x="726606" y="1924466"/>
              <a:ext cx="107100" cy="112800"/>
            </a:xfrm>
            <a:prstGeom prst="bevel">
              <a:avLst>
                <a:gd name="adj" fmla="val 12500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000" b="0" i="0" u="none" strike="noStrike" cap="none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0E76DD8-E828-D07E-C029-13E773027684}"/>
              </a:ext>
            </a:extLst>
          </p:cNvPr>
          <p:cNvSpPr txBox="1"/>
          <p:nvPr/>
        </p:nvSpPr>
        <p:spPr>
          <a:xfrm>
            <a:off x="657698" y="2060910"/>
            <a:ext cx="6863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생성 결과물 확인 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(results/test_result_KorMedMCQA.csv)</a:t>
            </a:r>
            <a:endParaRPr lang="ko-KR" altLang="en-US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E26F38E-1B4F-630D-30D5-F2365240B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208" y="2566315"/>
            <a:ext cx="8062948" cy="370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951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93C34-FB17-493D-4093-4C5BFE79C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FFC4E4FD-9C30-383A-18E8-10E8569F4C84}"/>
              </a:ext>
            </a:extLst>
          </p:cNvPr>
          <p:cNvSpPr/>
          <p:nvPr/>
        </p:nvSpPr>
        <p:spPr>
          <a:xfrm>
            <a:off x="0" y="1007099"/>
            <a:ext cx="12192000" cy="2501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70E1D0-5A8D-093D-D1B7-8FE292859909}"/>
              </a:ext>
            </a:extLst>
          </p:cNvPr>
          <p:cNvSpPr/>
          <p:nvPr/>
        </p:nvSpPr>
        <p:spPr>
          <a:xfrm>
            <a:off x="0" y="6528546"/>
            <a:ext cx="12192000" cy="32945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BC4E7C9C-C89F-D29C-90BE-0C5E9D865B50}"/>
              </a:ext>
            </a:extLst>
          </p:cNvPr>
          <p:cNvCxnSpPr>
            <a:cxnSpLocks/>
          </p:cNvCxnSpPr>
          <p:nvPr/>
        </p:nvCxnSpPr>
        <p:spPr>
          <a:xfrm>
            <a:off x="0" y="6411684"/>
            <a:ext cx="121920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3C42EC4-2685-7877-CD3C-C2D3517BD71B}"/>
              </a:ext>
            </a:extLst>
          </p:cNvPr>
          <p:cNvSpPr/>
          <p:nvPr/>
        </p:nvSpPr>
        <p:spPr>
          <a:xfrm>
            <a:off x="228599" y="204421"/>
            <a:ext cx="611842" cy="6118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endParaRPr lang="ko-KR" altLang="en-US" sz="2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3FC581-85C8-19C5-E0A1-835F2E2ACF97}"/>
              </a:ext>
            </a:extLst>
          </p:cNvPr>
          <p:cNvSpPr txBox="1"/>
          <p:nvPr/>
        </p:nvSpPr>
        <p:spPr>
          <a:xfrm>
            <a:off x="951245" y="248732"/>
            <a:ext cx="2300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모델 실행 방법 </a:t>
            </a:r>
          </a:p>
        </p:txBody>
      </p:sp>
      <p:grpSp>
        <p:nvGrpSpPr>
          <p:cNvPr id="3" name="Google Shape;98;g24bb4d847d9_0_1">
            <a:extLst>
              <a:ext uri="{FF2B5EF4-FFF2-40B4-BE49-F238E27FC236}">
                <a16:creationId xmlns:a16="http://schemas.microsoft.com/office/drawing/2014/main" id="{B523C90A-CE47-5BA6-6A75-609EF13273E6}"/>
              </a:ext>
            </a:extLst>
          </p:cNvPr>
          <p:cNvGrpSpPr/>
          <p:nvPr/>
        </p:nvGrpSpPr>
        <p:grpSpPr>
          <a:xfrm>
            <a:off x="508450" y="1523147"/>
            <a:ext cx="2743425" cy="369291"/>
            <a:chOff x="726606" y="1811635"/>
            <a:chExt cx="2117177" cy="369291"/>
          </a:xfrm>
        </p:grpSpPr>
        <p:sp>
          <p:nvSpPr>
            <p:cNvPr id="4" name="Google Shape;99;g24bb4d847d9_0_1">
              <a:extLst>
                <a:ext uri="{FF2B5EF4-FFF2-40B4-BE49-F238E27FC236}">
                  <a16:creationId xmlns:a16="http://schemas.microsoft.com/office/drawing/2014/main" id="{6B251992-B10C-ADED-2913-4CF21E689998}"/>
                </a:ext>
              </a:extLst>
            </p:cNvPr>
            <p:cNvSpPr txBox="1"/>
            <p:nvPr/>
          </p:nvSpPr>
          <p:spPr>
            <a:xfrm>
              <a:off x="870842" y="1811635"/>
              <a:ext cx="1972941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altLang="en-US" b="1" i="0" u="none" strike="noStrike" cap="none" dirty="0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일반 질문</a:t>
              </a:r>
              <a:r>
                <a:rPr lang="en-US" altLang="ko-KR" b="1" i="0" u="none" strike="noStrike" cap="none" dirty="0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-</a:t>
              </a:r>
              <a:r>
                <a:rPr lang="ko-KR" altLang="en-US" b="1" i="0" u="none" strike="noStrike" cap="none" dirty="0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답변 테스트</a:t>
              </a:r>
              <a:endParaRPr b="1" i="0" u="none" strike="noStrike" cap="none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5" name="Google Shape;100;g24bb4d847d9_0_1">
              <a:extLst>
                <a:ext uri="{FF2B5EF4-FFF2-40B4-BE49-F238E27FC236}">
                  <a16:creationId xmlns:a16="http://schemas.microsoft.com/office/drawing/2014/main" id="{7AADC98A-262D-C3B8-B2D8-95BFFB341B62}"/>
                </a:ext>
              </a:extLst>
            </p:cNvPr>
            <p:cNvSpPr/>
            <p:nvPr/>
          </p:nvSpPr>
          <p:spPr>
            <a:xfrm>
              <a:off x="726606" y="1924466"/>
              <a:ext cx="107100" cy="112800"/>
            </a:xfrm>
            <a:prstGeom prst="bevel">
              <a:avLst>
                <a:gd name="adj" fmla="val 12500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000" b="0" i="0" u="none" strike="noStrike" cap="none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855228DC-78BD-5AAF-4DCF-AEB8C0D9D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245" y="3170144"/>
            <a:ext cx="6372633" cy="14760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2EE739-CE83-74B3-512E-90639A9DF2C4}"/>
              </a:ext>
            </a:extLst>
          </p:cNvPr>
          <p:cNvSpPr txBox="1"/>
          <p:nvPr/>
        </p:nvSpPr>
        <p:spPr>
          <a:xfrm>
            <a:off x="174242" y="2097254"/>
            <a:ext cx="9238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(1) 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검사 대상 질문을 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csv 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형태의 파일로 작성 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입력 예시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“/datasets/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검사용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_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질문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_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예시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.csv”) 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B2325CE-1707-C56B-73A5-C80BB7C649FF}"/>
              </a:ext>
            </a:extLst>
          </p:cNvPr>
          <p:cNvSpPr/>
          <p:nvPr/>
        </p:nvSpPr>
        <p:spPr>
          <a:xfrm>
            <a:off x="3440133" y="3439696"/>
            <a:ext cx="782243" cy="2179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C29DA6-47B9-F286-2623-D4D13C9C2458}"/>
              </a:ext>
            </a:extLst>
          </p:cNvPr>
          <p:cNvSpPr txBox="1"/>
          <p:nvPr/>
        </p:nvSpPr>
        <p:spPr>
          <a:xfrm>
            <a:off x="4343400" y="2716768"/>
            <a:ext cx="881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질문 열 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E3314727-1F4B-FB9B-B3E4-FB085B5E9CD5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4222376" y="3022749"/>
            <a:ext cx="215153" cy="525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오른쪽 중괄호 21">
            <a:extLst>
              <a:ext uri="{FF2B5EF4-FFF2-40B4-BE49-F238E27FC236}">
                <a16:creationId xmlns:a16="http://schemas.microsoft.com/office/drawing/2014/main" id="{9614F2F9-6A07-0D51-14EF-76A3C9780809}"/>
              </a:ext>
            </a:extLst>
          </p:cNvPr>
          <p:cNvSpPr/>
          <p:nvPr/>
        </p:nvSpPr>
        <p:spPr>
          <a:xfrm>
            <a:off x="5936876" y="3704665"/>
            <a:ext cx="309283" cy="36307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2EB04B-A8CC-5873-23DC-D3660F7DAA39}"/>
              </a:ext>
            </a:extLst>
          </p:cNvPr>
          <p:cNvSpPr txBox="1"/>
          <p:nvPr/>
        </p:nvSpPr>
        <p:spPr>
          <a:xfrm>
            <a:off x="6246158" y="3696624"/>
            <a:ext cx="2494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대상 질문을 각 열에 입력</a:t>
            </a:r>
          </a:p>
        </p:txBody>
      </p:sp>
    </p:spTree>
    <p:extLst>
      <p:ext uri="{BB962C8B-B14F-4D97-AF65-F5344CB8AC3E}">
        <p14:creationId xmlns:p14="http://schemas.microsoft.com/office/powerpoint/2010/main" val="2902150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14797-938C-0097-DF1D-77F3857D1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6763D394-DF59-339B-4E33-659FB3F38CC2}"/>
              </a:ext>
            </a:extLst>
          </p:cNvPr>
          <p:cNvSpPr/>
          <p:nvPr/>
        </p:nvSpPr>
        <p:spPr>
          <a:xfrm>
            <a:off x="0" y="1007099"/>
            <a:ext cx="12192000" cy="2501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26F13BC-FF7D-187F-FF68-77B05CB7DD4A}"/>
              </a:ext>
            </a:extLst>
          </p:cNvPr>
          <p:cNvSpPr/>
          <p:nvPr/>
        </p:nvSpPr>
        <p:spPr>
          <a:xfrm>
            <a:off x="0" y="6528546"/>
            <a:ext cx="12192000" cy="32945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C11950E-7341-DEE5-13D2-B9875A50B2F7}"/>
              </a:ext>
            </a:extLst>
          </p:cNvPr>
          <p:cNvCxnSpPr>
            <a:cxnSpLocks/>
          </p:cNvCxnSpPr>
          <p:nvPr/>
        </p:nvCxnSpPr>
        <p:spPr>
          <a:xfrm>
            <a:off x="0" y="6411684"/>
            <a:ext cx="121920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A4375F4-D942-BDC8-9DDD-63C1D7EA74D9}"/>
              </a:ext>
            </a:extLst>
          </p:cNvPr>
          <p:cNvSpPr/>
          <p:nvPr/>
        </p:nvSpPr>
        <p:spPr>
          <a:xfrm>
            <a:off x="228599" y="204421"/>
            <a:ext cx="611842" cy="6118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endParaRPr lang="ko-KR" altLang="en-US" sz="2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A855ED-EC15-73F1-9D61-83D77E7F25B4}"/>
              </a:ext>
            </a:extLst>
          </p:cNvPr>
          <p:cNvSpPr txBox="1"/>
          <p:nvPr/>
        </p:nvSpPr>
        <p:spPr>
          <a:xfrm>
            <a:off x="951245" y="248732"/>
            <a:ext cx="2300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모델 실행 방법 </a:t>
            </a:r>
          </a:p>
        </p:txBody>
      </p:sp>
      <p:grpSp>
        <p:nvGrpSpPr>
          <p:cNvPr id="3" name="Google Shape;98;g24bb4d847d9_0_1">
            <a:extLst>
              <a:ext uri="{FF2B5EF4-FFF2-40B4-BE49-F238E27FC236}">
                <a16:creationId xmlns:a16="http://schemas.microsoft.com/office/drawing/2014/main" id="{EE239C5A-04E8-B200-9187-4D5252CD460B}"/>
              </a:ext>
            </a:extLst>
          </p:cNvPr>
          <p:cNvGrpSpPr/>
          <p:nvPr/>
        </p:nvGrpSpPr>
        <p:grpSpPr>
          <a:xfrm>
            <a:off x="588308" y="1546233"/>
            <a:ext cx="2743425" cy="369291"/>
            <a:chOff x="726606" y="1811635"/>
            <a:chExt cx="2117177" cy="369291"/>
          </a:xfrm>
        </p:grpSpPr>
        <p:sp>
          <p:nvSpPr>
            <p:cNvPr id="4" name="Google Shape;99;g24bb4d847d9_0_1">
              <a:extLst>
                <a:ext uri="{FF2B5EF4-FFF2-40B4-BE49-F238E27FC236}">
                  <a16:creationId xmlns:a16="http://schemas.microsoft.com/office/drawing/2014/main" id="{F4F7813A-DFEE-6BFE-3E4C-83B2CB1CA38D}"/>
                </a:ext>
              </a:extLst>
            </p:cNvPr>
            <p:cNvSpPr txBox="1"/>
            <p:nvPr/>
          </p:nvSpPr>
          <p:spPr>
            <a:xfrm>
              <a:off x="870842" y="1811635"/>
              <a:ext cx="1972941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altLang="en-US" b="1" i="0" u="none" strike="noStrike" cap="none" dirty="0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일반 질문</a:t>
              </a:r>
              <a:r>
                <a:rPr lang="en-US" altLang="ko-KR" b="1" i="0" u="none" strike="noStrike" cap="none" dirty="0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-</a:t>
              </a:r>
              <a:r>
                <a:rPr lang="ko-KR" altLang="en-US" b="1" i="0" u="none" strike="noStrike" cap="none" dirty="0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답변 테스트</a:t>
              </a:r>
              <a:endParaRPr b="1" i="0" u="none" strike="noStrike" cap="none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5" name="Google Shape;100;g24bb4d847d9_0_1">
              <a:extLst>
                <a:ext uri="{FF2B5EF4-FFF2-40B4-BE49-F238E27FC236}">
                  <a16:creationId xmlns:a16="http://schemas.microsoft.com/office/drawing/2014/main" id="{26469CEF-F596-AAD6-2267-CD5B72EE91AF}"/>
                </a:ext>
              </a:extLst>
            </p:cNvPr>
            <p:cNvSpPr/>
            <p:nvPr/>
          </p:nvSpPr>
          <p:spPr>
            <a:xfrm>
              <a:off x="726606" y="1924466"/>
              <a:ext cx="107100" cy="112800"/>
            </a:xfrm>
            <a:prstGeom prst="bevel">
              <a:avLst>
                <a:gd name="adj" fmla="val 12500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000" b="0" i="0" u="none" strike="noStrike" cap="none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5426F39-8A43-79AB-7BA9-5EA43977A79D}"/>
              </a:ext>
            </a:extLst>
          </p:cNvPr>
          <p:cNvSpPr txBox="1"/>
          <p:nvPr/>
        </p:nvSpPr>
        <p:spPr>
          <a:xfrm>
            <a:off x="396119" y="2132624"/>
            <a:ext cx="8546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(2) run_generation.py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질문 파일 위치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질문 열 이름 입력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BD0A7F4-F132-1A2F-1164-F99855BBF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996" y="2790849"/>
            <a:ext cx="6363897" cy="1886965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D6EAD1E2-66F3-249C-7B07-46630F4A8D60}"/>
              </a:ext>
            </a:extLst>
          </p:cNvPr>
          <p:cNvCxnSpPr/>
          <p:nvPr/>
        </p:nvCxnSpPr>
        <p:spPr>
          <a:xfrm>
            <a:off x="5546912" y="4235824"/>
            <a:ext cx="183552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2162D351-3D8E-A5E7-6BDA-51D5CC14EB04}"/>
              </a:ext>
            </a:extLst>
          </p:cNvPr>
          <p:cNvCxnSpPr/>
          <p:nvPr/>
        </p:nvCxnSpPr>
        <p:spPr>
          <a:xfrm>
            <a:off x="5546912" y="4502525"/>
            <a:ext cx="183552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43CA8A86-D2BA-60CC-13D5-5C1F283B054E}"/>
              </a:ext>
            </a:extLst>
          </p:cNvPr>
          <p:cNvCxnSpPr/>
          <p:nvPr/>
        </p:nvCxnSpPr>
        <p:spPr>
          <a:xfrm>
            <a:off x="5546912" y="3863788"/>
            <a:ext cx="183552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BFE1813-6479-5205-56AF-2A0D19BABB43}"/>
              </a:ext>
            </a:extLst>
          </p:cNvPr>
          <p:cNvSpPr txBox="1"/>
          <p:nvPr/>
        </p:nvSpPr>
        <p:spPr>
          <a:xfrm>
            <a:off x="7453257" y="3649825"/>
            <a:ext cx="2215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출력 대상 위치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(.csv)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CE4C78-9009-82A3-4BEF-9C5D266F4E60}"/>
              </a:ext>
            </a:extLst>
          </p:cNvPr>
          <p:cNvSpPr txBox="1"/>
          <p:nvPr/>
        </p:nvSpPr>
        <p:spPr>
          <a:xfrm>
            <a:off x="7453256" y="4025881"/>
            <a:ext cx="2215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질문 파일 위치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(.csv)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E28D38-A308-7B89-DCFB-7C262356A09C}"/>
              </a:ext>
            </a:extLst>
          </p:cNvPr>
          <p:cNvSpPr txBox="1"/>
          <p:nvPr/>
        </p:nvSpPr>
        <p:spPr>
          <a:xfrm>
            <a:off x="7459979" y="4334915"/>
            <a:ext cx="4359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질문이 있는 열 이름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(default: “question”)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7232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C079B-E0C0-92F1-B1ED-693C096F0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D5D9440A-EB35-031F-0685-8B2D14C6F92F}"/>
              </a:ext>
            </a:extLst>
          </p:cNvPr>
          <p:cNvSpPr/>
          <p:nvPr/>
        </p:nvSpPr>
        <p:spPr>
          <a:xfrm>
            <a:off x="0" y="1007099"/>
            <a:ext cx="12192000" cy="2501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7FD1598-A016-5219-E1AC-413536E8A3E4}"/>
              </a:ext>
            </a:extLst>
          </p:cNvPr>
          <p:cNvSpPr/>
          <p:nvPr/>
        </p:nvSpPr>
        <p:spPr>
          <a:xfrm>
            <a:off x="0" y="6528546"/>
            <a:ext cx="12192000" cy="32945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25CDD9EC-8CC7-26AF-863F-33FC59E46D82}"/>
              </a:ext>
            </a:extLst>
          </p:cNvPr>
          <p:cNvCxnSpPr>
            <a:cxnSpLocks/>
          </p:cNvCxnSpPr>
          <p:nvPr/>
        </p:nvCxnSpPr>
        <p:spPr>
          <a:xfrm>
            <a:off x="0" y="6411684"/>
            <a:ext cx="121920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48C78BA-25DA-8D49-AED0-1865FDD2EFD6}"/>
              </a:ext>
            </a:extLst>
          </p:cNvPr>
          <p:cNvSpPr/>
          <p:nvPr/>
        </p:nvSpPr>
        <p:spPr>
          <a:xfrm>
            <a:off x="228599" y="204421"/>
            <a:ext cx="611842" cy="6118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endParaRPr lang="ko-KR" altLang="en-US" sz="2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0A5D16-8B5E-B80F-5AC5-F849DF9E3961}"/>
              </a:ext>
            </a:extLst>
          </p:cNvPr>
          <p:cNvSpPr txBox="1"/>
          <p:nvPr/>
        </p:nvSpPr>
        <p:spPr>
          <a:xfrm>
            <a:off x="951245" y="248732"/>
            <a:ext cx="2300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모델 실행 방법 </a:t>
            </a:r>
          </a:p>
        </p:txBody>
      </p:sp>
      <p:grpSp>
        <p:nvGrpSpPr>
          <p:cNvPr id="3" name="Google Shape;98;g24bb4d847d9_0_1">
            <a:extLst>
              <a:ext uri="{FF2B5EF4-FFF2-40B4-BE49-F238E27FC236}">
                <a16:creationId xmlns:a16="http://schemas.microsoft.com/office/drawing/2014/main" id="{C565CA8D-26AA-424A-CE3F-DF5986D496EB}"/>
              </a:ext>
            </a:extLst>
          </p:cNvPr>
          <p:cNvGrpSpPr/>
          <p:nvPr/>
        </p:nvGrpSpPr>
        <p:grpSpPr>
          <a:xfrm>
            <a:off x="588308" y="1546233"/>
            <a:ext cx="2743425" cy="369291"/>
            <a:chOff x="726606" y="1811635"/>
            <a:chExt cx="2117177" cy="369291"/>
          </a:xfrm>
        </p:grpSpPr>
        <p:sp>
          <p:nvSpPr>
            <p:cNvPr id="4" name="Google Shape;99;g24bb4d847d9_0_1">
              <a:extLst>
                <a:ext uri="{FF2B5EF4-FFF2-40B4-BE49-F238E27FC236}">
                  <a16:creationId xmlns:a16="http://schemas.microsoft.com/office/drawing/2014/main" id="{B286E262-BD55-C16C-0592-753F7DE033E8}"/>
                </a:ext>
              </a:extLst>
            </p:cNvPr>
            <p:cNvSpPr txBox="1"/>
            <p:nvPr/>
          </p:nvSpPr>
          <p:spPr>
            <a:xfrm>
              <a:off x="870842" y="1811635"/>
              <a:ext cx="1972941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altLang="en-US" b="1" i="0" u="none" strike="noStrike" cap="none" dirty="0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일반 질문</a:t>
              </a:r>
              <a:r>
                <a:rPr lang="en-US" altLang="ko-KR" b="1" i="0" u="none" strike="noStrike" cap="none" dirty="0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-</a:t>
              </a:r>
              <a:r>
                <a:rPr lang="ko-KR" altLang="en-US" b="1" i="0" u="none" strike="noStrike" cap="none" dirty="0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답변 테스트</a:t>
              </a:r>
              <a:endParaRPr b="1" i="0" u="none" strike="noStrike" cap="none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5" name="Google Shape;100;g24bb4d847d9_0_1">
              <a:extLst>
                <a:ext uri="{FF2B5EF4-FFF2-40B4-BE49-F238E27FC236}">
                  <a16:creationId xmlns:a16="http://schemas.microsoft.com/office/drawing/2014/main" id="{7BE5C5F6-9314-BFF7-47A3-61364BC612B0}"/>
                </a:ext>
              </a:extLst>
            </p:cNvPr>
            <p:cNvSpPr/>
            <p:nvPr/>
          </p:nvSpPr>
          <p:spPr>
            <a:xfrm>
              <a:off x="726606" y="1924466"/>
              <a:ext cx="107100" cy="112800"/>
            </a:xfrm>
            <a:prstGeom prst="bevel">
              <a:avLst>
                <a:gd name="adj" fmla="val 12500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000" b="0" i="0" u="none" strike="noStrike" cap="none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4553134-2F40-73F1-83D6-720C45C001D3}"/>
              </a:ext>
            </a:extLst>
          </p:cNvPr>
          <p:cNvSpPr txBox="1"/>
          <p:nvPr/>
        </p:nvSpPr>
        <p:spPr>
          <a:xfrm>
            <a:off x="396119" y="2132624"/>
            <a:ext cx="8546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(3) python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run_generation.py 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실행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6E39E32-9250-0DE1-5771-6A16D804C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08" y="2735250"/>
            <a:ext cx="9783064" cy="2320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960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EA2E1-3398-575A-7104-371D3A6BC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65C38AE9-2B45-30B1-195A-495933FF9C6B}"/>
              </a:ext>
            </a:extLst>
          </p:cNvPr>
          <p:cNvSpPr/>
          <p:nvPr/>
        </p:nvSpPr>
        <p:spPr>
          <a:xfrm>
            <a:off x="0" y="1007099"/>
            <a:ext cx="12192000" cy="2501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D78E3CB-1EBE-C5C8-DBC9-E10E04D3E6D8}"/>
              </a:ext>
            </a:extLst>
          </p:cNvPr>
          <p:cNvSpPr/>
          <p:nvPr/>
        </p:nvSpPr>
        <p:spPr>
          <a:xfrm>
            <a:off x="0" y="6528546"/>
            <a:ext cx="12192000" cy="32945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0D60F90-AD1D-33C6-E36E-D1D0C94EAD1B}"/>
              </a:ext>
            </a:extLst>
          </p:cNvPr>
          <p:cNvCxnSpPr>
            <a:cxnSpLocks/>
          </p:cNvCxnSpPr>
          <p:nvPr/>
        </p:nvCxnSpPr>
        <p:spPr>
          <a:xfrm>
            <a:off x="0" y="6411684"/>
            <a:ext cx="121920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E73213E-8124-EBC2-23A3-C0E0FB4FFC9B}"/>
              </a:ext>
            </a:extLst>
          </p:cNvPr>
          <p:cNvSpPr/>
          <p:nvPr/>
        </p:nvSpPr>
        <p:spPr>
          <a:xfrm>
            <a:off x="228599" y="204421"/>
            <a:ext cx="611842" cy="6118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endParaRPr lang="ko-KR" altLang="en-US" sz="2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FC429B-3AAB-3209-C992-63CEB250C4AD}"/>
              </a:ext>
            </a:extLst>
          </p:cNvPr>
          <p:cNvSpPr txBox="1"/>
          <p:nvPr/>
        </p:nvSpPr>
        <p:spPr>
          <a:xfrm>
            <a:off x="951245" y="248732"/>
            <a:ext cx="2300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모델 실행 방법 </a:t>
            </a:r>
          </a:p>
        </p:txBody>
      </p:sp>
      <p:grpSp>
        <p:nvGrpSpPr>
          <p:cNvPr id="3" name="Google Shape;98;g24bb4d847d9_0_1">
            <a:extLst>
              <a:ext uri="{FF2B5EF4-FFF2-40B4-BE49-F238E27FC236}">
                <a16:creationId xmlns:a16="http://schemas.microsoft.com/office/drawing/2014/main" id="{B8A6395F-222F-05D0-E27B-B8E6540B93DC}"/>
              </a:ext>
            </a:extLst>
          </p:cNvPr>
          <p:cNvGrpSpPr/>
          <p:nvPr/>
        </p:nvGrpSpPr>
        <p:grpSpPr>
          <a:xfrm>
            <a:off x="588308" y="1546233"/>
            <a:ext cx="2743425" cy="369291"/>
            <a:chOff x="726606" y="1811635"/>
            <a:chExt cx="2117177" cy="369291"/>
          </a:xfrm>
        </p:grpSpPr>
        <p:sp>
          <p:nvSpPr>
            <p:cNvPr id="4" name="Google Shape;99;g24bb4d847d9_0_1">
              <a:extLst>
                <a:ext uri="{FF2B5EF4-FFF2-40B4-BE49-F238E27FC236}">
                  <a16:creationId xmlns:a16="http://schemas.microsoft.com/office/drawing/2014/main" id="{07922CA0-5446-D2A9-7346-BCAC94E9E32D}"/>
                </a:ext>
              </a:extLst>
            </p:cNvPr>
            <p:cNvSpPr txBox="1"/>
            <p:nvPr/>
          </p:nvSpPr>
          <p:spPr>
            <a:xfrm>
              <a:off x="870842" y="1811635"/>
              <a:ext cx="1972941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altLang="en-US" b="1" i="0" u="none" strike="noStrike" cap="none" dirty="0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일반 질문</a:t>
              </a:r>
              <a:r>
                <a:rPr lang="en-US" altLang="ko-KR" b="1" i="0" u="none" strike="noStrike" cap="none" dirty="0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-</a:t>
              </a:r>
              <a:r>
                <a:rPr lang="ko-KR" altLang="en-US" b="1" i="0" u="none" strike="noStrike" cap="none" dirty="0">
                  <a:solidFill>
                    <a:schemeClr val="dk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답변 테스트</a:t>
              </a:r>
              <a:endParaRPr b="1" i="0" u="none" strike="noStrike" cap="none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5" name="Google Shape;100;g24bb4d847d9_0_1">
              <a:extLst>
                <a:ext uri="{FF2B5EF4-FFF2-40B4-BE49-F238E27FC236}">
                  <a16:creationId xmlns:a16="http://schemas.microsoft.com/office/drawing/2014/main" id="{AFA61E6D-6161-3833-B415-71ABC140B914}"/>
                </a:ext>
              </a:extLst>
            </p:cNvPr>
            <p:cNvSpPr/>
            <p:nvPr/>
          </p:nvSpPr>
          <p:spPr>
            <a:xfrm>
              <a:off x="726606" y="1924466"/>
              <a:ext cx="107100" cy="112800"/>
            </a:xfrm>
            <a:prstGeom prst="bevel">
              <a:avLst>
                <a:gd name="adj" fmla="val 12500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000" b="0" i="0" u="none" strike="noStrike" cap="none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61A5711-FCE6-299E-4382-D04D74509D82}"/>
              </a:ext>
            </a:extLst>
          </p:cNvPr>
          <p:cNvSpPr txBox="1"/>
          <p:nvPr/>
        </p:nvSpPr>
        <p:spPr>
          <a:xfrm>
            <a:off x="396119" y="2132624"/>
            <a:ext cx="8546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(4) 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출력 예시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(“/results/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필수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_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검사용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_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질문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_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예시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_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답변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.csv”)</a:t>
            </a:r>
            <a:endParaRPr lang="ko-KR" altLang="en-US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3E23DED-A951-02F1-45AE-2B7295B75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520" y="2662707"/>
            <a:ext cx="9764806" cy="2991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267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414</TotalTime>
  <Words>522</Words>
  <Application>Microsoft Office PowerPoint</Application>
  <PresentationFormat>Widescreen</PresentationFormat>
  <Paragraphs>89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Pretendard</vt:lpstr>
      <vt:lpstr>맑은 고딕</vt:lpstr>
      <vt:lpstr>Arial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우진 김</dc:creator>
  <cp:lastModifiedBy>Daniel Kwak</cp:lastModifiedBy>
  <cp:revision>2</cp:revision>
  <dcterms:created xsi:type="dcterms:W3CDTF">2025-01-06T06:53:19Z</dcterms:created>
  <dcterms:modified xsi:type="dcterms:W3CDTF">2025-11-17T03:48:25Z</dcterms:modified>
</cp:coreProperties>
</file>